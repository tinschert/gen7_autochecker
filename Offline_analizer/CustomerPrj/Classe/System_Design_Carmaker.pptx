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1" r:id="rId5"/>
    <p:sldId id="262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D69FB-0AEA-421E-9017-22EA52DD72B0}" v="59" dt="2023-01-19T21:01:21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F4AC52-1004-47A6-9651-F18329D8E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97B6CD-3BBA-4937-B5CA-261F50EF0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CA2200-4A89-4197-945E-83380B34B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A1AC85-EB0C-426C-A205-667C3B5B8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3770A5-7312-46E5-ADD1-07C75A12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95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801FC-3E99-48E7-8860-38AE3F71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D3F30C-D4FB-4009-9CE7-C6AF1A5A1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9CFB79-B5F6-44E6-8E9C-5C75D9861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56F599-F162-4819-842D-DFAC2957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06232E-6F59-4029-A592-8946222C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84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395CF-CBFD-43CF-A944-FCDDF4AC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3825B4-124B-4031-AD7F-FA5AE0EF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430FF9-659F-4798-BB1C-E5B3AD8A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296CAF-44E6-42DF-9E52-DCB4841B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C9BDF3-3553-4526-B090-0F9D6849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089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1D07A-D66F-4166-BE63-C01F5847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D646DD-A302-4778-BB7E-54D29D9DD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3A431D-E85F-4409-A1AC-61645FBE6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766D7F-A01E-4C1B-9031-EE8271669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AAB157-3A9E-4FFF-A404-09EDABC7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3C7255-E96F-49AC-A0CA-27907ED5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854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6D19C-87EA-4D66-A272-98726F777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DA44A7-41CC-49C6-A89F-229E5C267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EC53B2-512E-4A6C-9E45-53C18236D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5DACA6-2AC2-485A-866E-50554831E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A89243C-6F6C-4761-9109-9A1B903B8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92B27C5-E45C-4447-9C8D-0E8EFD95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563B6BE-D8C7-4973-A307-C9E8D595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8D032C-F27F-4128-93DC-E17D9625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456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DDF5F-B389-4D17-AA3A-D2EF1476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77CB97F-B12D-4B71-A6A9-117ABB72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A1DF225-685A-40B9-B112-99C21E5B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066750-1FB1-4AF4-BAAF-DA3FC562D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2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44EE6F-8071-43EB-B008-E69D50FF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32CC03D-0534-4A0F-9D5D-9C20583A7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FC2B52-2ABF-420B-8AF1-D504EE44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00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D53ED-F150-4825-97B0-1C5B4AD8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344C-041E-495C-A4AE-76B715D2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841C893-13BF-427F-BCEE-1988879A9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2A94A85-8CAA-4F2E-B57E-AA69BA570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5AA2FE-5C7A-4863-A973-BE2E9363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707442-0775-41CB-AAB9-B3391B34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090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CEA2E2-9EE7-4D7A-8CE0-76596D75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90108DA-0DB3-4BF1-8F25-180C6B0E3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5D29FDD-A7A5-4B78-9177-C5328FB73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DC8E78-9061-476F-BE7A-9C5C302C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B875D7-CA47-4AB1-90D1-56C845E9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1C5E2C-E576-4736-9ACB-F7F4E745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84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4CA599-0BD4-4F54-B78F-33603973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5B6416-3D3D-4310-A09D-7BAC4757A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0190A-CC00-4779-83E9-4DD5DC1E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554624-03CC-41A3-9033-07E8092E4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D968E3-72FB-4B1A-BCA5-6D2F1402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97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A3E7746-D0E7-48EE-ADC2-64C920DE9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DAA825-B907-4ACF-B2DF-92BFF68AE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DD3B7C-BACF-4881-9309-4A5030345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CCDCB5-7FA2-4904-A43A-5B43E2A9B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18067E-31ED-4C15-A708-C2404523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19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B749C7F-C102-4690-A1CD-2E2FE1307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151E39-1BAD-4BF8-9E63-AE97DD2E6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6F4A57-7E46-456A-ADD9-EF00F6702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B68D0-5DC3-4556-947E-2BDE54FBB4CA}" type="datetimeFigureOut">
              <a:rPr lang="de-DE" smtClean="0"/>
              <a:t>16.02.2023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B89A8C-D38E-4151-B46F-E2B28B4DE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61D05D-8F1F-4652-99DF-DA32CE643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8C86C-6BC5-4561-8E9F-37256F50BE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89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ipg-automotive.com/uploads/tx_pbfaqtickets/files/75/IPGDriver_Passive.pdf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437C0F70-2C2F-42C9-B0A5-E729FB921DDA}"/>
              </a:ext>
            </a:extLst>
          </p:cNvPr>
          <p:cNvSpPr/>
          <p:nvPr/>
        </p:nvSpPr>
        <p:spPr>
          <a:xfrm>
            <a:off x="4216250" y="336235"/>
            <a:ext cx="1450384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hil_adas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DBD9B49-7EDC-42A1-972A-D4032DFF0CD8}"/>
              </a:ext>
            </a:extLst>
          </p:cNvPr>
          <p:cNvSpPr/>
          <p:nvPr/>
        </p:nvSpPr>
        <p:spPr>
          <a:xfrm>
            <a:off x="2816380" y="1369140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hil_vehicle</a:t>
            </a:r>
            <a:r>
              <a:rPr lang="fr-FR" sz="2800" dirty="0">
                <a:solidFill>
                  <a:sysClr val="windowText" lastClr="000000"/>
                </a:solidFill>
              </a:rPr>
              <a:t> 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216B1564-2767-4164-95CF-B1FF0AF522FF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3950364" y="841096"/>
            <a:ext cx="991078" cy="52804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270B06B6-C52E-46AB-89C4-1B1BF0E3E633}"/>
              </a:ext>
            </a:extLst>
          </p:cNvPr>
          <p:cNvSpPr txBox="1"/>
          <p:nvPr/>
        </p:nvSpPr>
        <p:spPr>
          <a:xfrm>
            <a:off x="550416" y="124287"/>
            <a:ext cx="488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Signal </a:t>
            </a:r>
            <a:r>
              <a:rPr lang="fr-FR" dirty="0" err="1"/>
              <a:t>chain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05C36-6BE8-48DC-8307-758FF24F61FD}"/>
              </a:ext>
            </a:extLst>
          </p:cNvPr>
          <p:cNvSpPr/>
          <p:nvPr/>
        </p:nvSpPr>
        <p:spPr>
          <a:xfrm>
            <a:off x="2251996" y="1192479"/>
            <a:ext cx="4882718" cy="830740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1400" dirty="0">
                <a:solidFill>
                  <a:schemeClr val="tx1"/>
                </a:solidFill>
              </a:rPr>
              <a:t>Partner ECU (arbitration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A6898D6-BD06-4140-9AF8-F6DA83FBD7C6}"/>
              </a:ext>
            </a:extLst>
          </p:cNvPr>
          <p:cNvSpPr/>
          <p:nvPr/>
        </p:nvSpPr>
        <p:spPr>
          <a:xfrm>
            <a:off x="2266583" y="327450"/>
            <a:ext cx="1450384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hil_drv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D6F418DE-7B98-45A1-9BB1-C0EE3952CAF6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2991775" y="832311"/>
            <a:ext cx="958589" cy="536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C0C139A6-2F3E-4727-BE46-04DB1254754C}"/>
              </a:ext>
            </a:extLst>
          </p:cNvPr>
          <p:cNvSpPr/>
          <p:nvPr/>
        </p:nvSpPr>
        <p:spPr>
          <a:xfrm>
            <a:off x="823021" y="3469669"/>
            <a:ext cx="3026010" cy="4460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DM/VC </a:t>
            </a:r>
            <a:r>
              <a:rPr lang="fr-FR" sz="2800" dirty="0" err="1">
                <a:solidFill>
                  <a:sysClr val="windowText" lastClr="000000"/>
                </a:solidFill>
              </a:rPr>
              <a:t>overwrite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CD8AC3B0-7970-47C8-B5F1-BFEAFB525330}"/>
              </a:ext>
            </a:extLst>
          </p:cNvPr>
          <p:cNvCxnSpPr>
            <a:cxnSpLocks/>
            <a:stCxn id="26" idx="2"/>
            <a:endCxn id="43" idx="0"/>
          </p:cNvCxnSpPr>
          <p:nvPr/>
        </p:nvCxnSpPr>
        <p:spPr>
          <a:xfrm>
            <a:off x="3950364" y="1853653"/>
            <a:ext cx="0" cy="5778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4">
            <a:extLst>
              <a:ext uri="{FF2B5EF4-FFF2-40B4-BE49-F238E27FC236}">
                <a16:creationId xmlns:a16="http://schemas.microsoft.com/office/drawing/2014/main" id="{4A87AACE-39BC-4579-B766-1503D247A147}"/>
              </a:ext>
            </a:extLst>
          </p:cNvPr>
          <p:cNvSpPr/>
          <p:nvPr/>
        </p:nvSpPr>
        <p:spPr>
          <a:xfrm>
            <a:off x="2251996" y="2207602"/>
            <a:ext cx="4882718" cy="863301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1400" dirty="0">
                <a:solidFill>
                  <a:schemeClr val="tx1"/>
                </a:solidFill>
              </a:rPr>
              <a:t>FMU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80E9254F-FA6B-4A40-B190-E2BD199A24C4}"/>
              </a:ext>
            </a:extLst>
          </p:cNvPr>
          <p:cNvSpPr/>
          <p:nvPr/>
        </p:nvSpPr>
        <p:spPr>
          <a:xfrm>
            <a:off x="2816380" y="2431506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controller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15E82F6B-CB4D-4072-8449-753D53D07BA5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2336026" y="2916019"/>
            <a:ext cx="1589189" cy="5536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2133F019-D18E-49BC-BAFD-229AE222615A}"/>
              </a:ext>
            </a:extLst>
          </p:cNvPr>
          <p:cNvSpPr/>
          <p:nvPr/>
        </p:nvSpPr>
        <p:spPr>
          <a:xfrm>
            <a:off x="2837895" y="4844355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Car </a:t>
            </a:r>
            <a:r>
              <a:rPr lang="fr-FR" sz="2800" dirty="0" err="1">
                <a:solidFill>
                  <a:sysClr val="windowText" lastClr="000000"/>
                </a:solidFill>
              </a:rPr>
              <a:t>Vhcl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B6DC0CF4-9146-494D-84A8-935E8FCC5DFF}"/>
              </a:ext>
            </a:extLst>
          </p:cNvPr>
          <p:cNvCxnSpPr>
            <a:cxnSpLocks/>
            <a:stCxn id="39" idx="1"/>
          </p:cNvCxnSpPr>
          <p:nvPr/>
        </p:nvCxnSpPr>
        <p:spPr>
          <a:xfrm flipH="1" flipV="1">
            <a:off x="2991775" y="4034402"/>
            <a:ext cx="843315" cy="37180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4">
            <a:extLst>
              <a:ext uri="{FF2B5EF4-FFF2-40B4-BE49-F238E27FC236}">
                <a16:creationId xmlns:a16="http://schemas.microsoft.com/office/drawing/2014/main" id="{0A26A84D-1BAA-4A20-84DB-D40E41A415A2}"/>
              </a:ext>
            </a:extLst>
          </p:cNvPr>
          <p:cNvSpPr/>
          <p:nvPr/>
        </p:nvSpPr>
        <p:spPr>
          <a:xfrm>
            <a:off x="550416" y="3156296"/>
            <a:ext cx="6584297" cy="1572230"/>
          </a:xfrm>
          <a:prstGeom prst="rect">
            <a:avLst/>
          </a:prstGeom>
          <a:noFill/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fr-FR" sz="1400" dirty="0" err="1">
                <a:solidFill>
                  <a:schemeClr val="tx1"/>
                </a:solidFill>
              </a:rPr>
              <a:t>Carmaker</a:t>
            </a:r>
            <a:endParaRPr lang="fr-FR" sz="1400" dirty="0">
              <a:solidFill>
                <a:schemeClr val="tx1"/>
              </a:solidFill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387343AD-DD90-4D32-8F15-7B8B1578600E}"/>
              </a:ext>
            </a:extLst>
          </p:cNvPr>
          <p:cNvSpPr/>
          <p:nvPr/>
        </p:nvSpPr>
        <p:spPr>
          <a:xfrm>
            <a:off x="2837895" y="5569144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hil_hvm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6B42147-B3DD-45FD-9BBD-A4B98469EAAE}"/>
              </a:ext>
            </a:extLst>
          </p:cNvPr>
          <p:cNvCxnSpPr>
            <a:cxnSpLocks/>
            <a:stCxn id="52" idx="2"/>
            <a:endCxn id="63" idx="0"/>
          </p:cNvCxnSpPr>
          <p:nvPr/>
        </p:nvCxnSpPr>
        <p:spPr>
          <a:xfrm>
            <a:off x="3971879" y="5328868"/>
            <a:ext cx="0" cy="240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hteck 67">
            <a:extLst>
              <a:ext uri="{FF2B5EF4-FFF2-40B4-BE49-F238E27FC236}">
                <a16:creationId xmlns:a16="http://schemas.microsoft.com/office/drawing/2014/main" id="{52D252D7-9149-4777-9AAF-9618D6F63667}"/>
              </a:ext>
            </a:extLst>
          </p:cNvPr>
          <p:cNvSpPr/>
          <p:nvPr/>
        </p:nvSpPr>
        <p:spPr>
          <a:xfrm>
            <a:off x="2837895" y="6281875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bus signal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69" name="Gerade Verbindung mit Pfeil 68">
            <a:extLst>
              <a:ext uri="{FF2B5EF4-FFF2-40B4-BE49-F238E27FC236}">
                <a16:creationId xmlns:a16="http://schemas.microsoft.com/office/drawing/2014/main" id="{469DC6D9-E9EB-4D66-8885-20AB14DA0C05}"/>
              </a:ext>
            </a:extLst>
          </p:cNvPr>
          <p:cNvCxnSpPr>
            <a:cxnSpLocks/>
            <a:stCxn id="63" idx="2"/>
            <a:endCxn id="68" idx="0"/>
          </p:cNvCxnSpPr>
          <p:nvPr/>
        </p:nvCxnSpPr>
        <p:spPr>
          <a:xfrm>
            <a:off x="3971879" y="6053657"/>
            <a:ext cx="0" cy="2282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0FD9796D-33B4-47E4-80B9-5A357E4BC55A}"/>
              </a:ext>
            </a:extLst>
          </p:cNvPr>
          <p:cNvSpPr/>
          <p:nvPr/>
        </p:nvSpPr>
        <p:spPr>
          <a:xfrm>
            <a:off x="3950365" y="3483147"/>
            <a:ext cx="3134940" cy="4460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DM scenario default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CEC7FC3B-C715-42E6-BE8C-F5D169E09539}"/>
              </a:ext>
            </a:extLst>
          </p:cNvPr>
          <p:cNvSpPr/>
          <p:nvPr/>
        </p:nvSpPr>
        <p:spPr>
          <a:xfrm>
            <a:off x="3797759" y="4369058"/>
            <a:ext cx="254912" cy="25366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55F64A02-EA0F-4533-AA98-B799FECE7C3A}"/>
              </a:ext>
            </a:extLst>
          </p:cNvPr>
          <p:cNvCxnSpPr>
            <a:cxnSpLocks/>
          </p:cNvCxnSpPr>
          <p:nvPr/>
        </p:nvCxnSpPr>
        <p:spPr>
          <a:xfrm>
            <a:off x="3913722" y="4622726"/>
            <a:ext cx="0" cy="2402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EA2D5CFA-897E-48A8-951A-A3510621E64E}"/>
              </a:ext>
            </a:extLst>
          </p:cNvPr>
          <p:cNvSpPr txBox="1"/>
          <p:nvPr/>
        </p:nvSpPr>
        <p:spPr>
          <a:xfrm>
            <a:off x="4612092" y="3913060"/>
            <a:ext cx="2522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Only</a:t>
            </a:r>
            <a:r>
              <a:rPr lang="fr-FR" dirty="0"/>
              <a:t> for </a:t>
            </a:r>
            <a:r>
              <a:rPr lang="fr-FR" dirty="0" err="1"/>
              <a:t>lateral</a:t>
            </a:r>
            <a:r>
              <a:rPr lang="fr-FR" dirty="0"/>
              <a:t> control Driver passive/active</a:t>
            </a:r>
            <a:endParaRPr lang="de-DE" dirty="0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5F50056B-91FD-406B-91E2-E7E30E8171A2}"/>
              </a:ext>
            </a:extLst>
          </p:cNvPr>
          <p:cNvSpPr/>
          <p:nvPr/>
        </p:nvSpPr>
        <p:spPr>
          <a:xfrm>
            <a:off x="8808989" y="327450"/>
            <a:ext cx="3134940" cy="4460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DM scenario default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6BA05A0-4C65-4A63-B9FB-9F7C2061732A}"/>
              </a:ext>
            </a:extLst>
          </p:cNvPr>
          <p:cNvSpPr/>
          <p:nvPr/>
        </p:nvSpPr>
        <p:spPr>
          <a:xfrm>
            <a:off x="9740518" y="2309046"/>
            <a:ext cx="1450384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hil_adas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41F6656-C71B-4578-88F8-E4B070FA30A6}"/>
              </a:ext>
            </a:extLst>
          </p:cNvPr>
          <p:cNvSpPr/>
          <p:nvPr/>
        </p:nvSpPr>
        <p:spPr>
          <a:xfrm>
            <a:off x="9198149" y="5016869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hil_hvm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B3214CF-BBBF-4476-A44C-90D1E5A65F4F}"/>
              </a:ext>
            </a:extLst>
          </p:cNvPr>
          <p:cNvSpPr/>
          <p:nvPr/>
        </p:nvSpPr>
        <p:spPr>
          <a:xfrm>
            <a:off x="9198149" y="5729600"/>
            <a:ext cx="2267968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bus signal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499D51C-586A-428D-ACDC-13F9F137C518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10332133" y="5501382"/>
            <a:ext cx="0" cy="2282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36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437C0F70-2C2F-42C9-B0A5-E729FB921DDA}"/>
              </a:ext>
            </a:extLst>
          </p:cNvPr>
          <p:cNvSpPr/>
          <p:nvPr/>
        </p:nvSpPr>
        <p:spPr>
          <a:xfrm>
            <a:off x="416267" y="2217900"/>
            <a:ext cx="1724503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hil_adas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DBD9B49-7EDC-42A1-972A-D4032DFF0CD8}"/>
              </a:ext>
            </a:extLst>
          </p:cNvPr>
          <p:cNvSpPr/>
          <p:nvPr/>
        </p:nvSpPr>
        <p:spPr>
          <a:xfrm>
            <a:off x="415358" y="3455315"/>
            <a:ext cx="1724504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hil_vehicle</a:t>
            </a:r>
            <a:r>
              <a:rPr lang="fr-FR" sz="2800" dirty="0">
                <a:solidFill>
                  <a:sysClr val="windowText" lastClr="000000"/>
                </a:solidFill>
              </a:rPr>
              <a:t> 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0B06B6-C52E-46AB-89C4-1B1BF0E3E633}"/>
              </a:ext>
            </a:extLst>
          </p:cNvPr>
          <p:cNvSpPr txBox="1"/>
          <p:nvPr/>
        </p:nvSpPr>
        <p:spPr>
          <a:xfrm>
            <a:off x="79298" y="10344"/>
            <a:ext cx="564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Signal </a:t>
            </a:r>
            <a:r>
              <a:rPr lang="fr-FR" dirty="0" err="1"/>
              <a:t>behavior</a:t>
            </a:r>
            <a:r>
              <a:rPr lang="fr-FR" dirty="0"/>
              <a:t> and arbitration. </a:t>
            </a:r>
            <a:r>
              <a:rPr lang="fr-FR" dirty="0" err="1"/>
              <a:t>Gear</a:t>
            </a:r>
            <a:r>
              <a:rPr lang="fr-FR" dirty="0"/>
              <a:t>, Long </a:t>
            </a:r>
            <a:r>
              <a:rPr lang="fr-FR" dirty="0" err="1"/>
              <a:t>example</a:t>
            </a:r>
            <a:endParaRPr lang="fr-FR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A6898D6-BD06-4140-9AF8-F6DA83FBD7C6}"/>
              </a:ext>
            </a:extLst>
          </p:cNvPr>
          <p:cNvSpPr/>
          <p:nvPr/>
        </p:nvSpPr>
        <p:spPr>
          <a:xfrm>
            <a:off x="416268" y="841096"/>
            <a:ext cx="1724502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hil_drv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15E82F6B-CB4D-4072-8449-753D53D07BA5}"/>
              </a:ext>
            </a:extLst>
          </p:cNvPr>
          <p:cNvCxnSpPr>
            <a:cxnSpLocks/>
          </p:cNvCxnSpPr>
          <p:nvPr/>
        </p:nvCxnSpPr>
        <p:spPr>
          <a:xfrm>
            <a:off x="2841714" y="1501149"/>
            <a:ext cx="63801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387343AD-DD90-4D32-8F15-7B8B1578600E}"/>
              </a:ext>
            </a:extLst>
          </p:cNvPr>
          <p:cNvSpPr/>
          <p:nvPr/>
        </p:nvSpPr>
        <p:spPr>
          <a:xfrm>
            <a:off x="459911" y="5737866"/>
            <a:ext cx="1724503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hil_hvm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DD273D7-08C3-40D1-90B5-A806B7FDABA9}"/>
              </a:ext>
            </a:extLst>
          </p:cNvPr>
          <p:cNvSpPr txBox="1"/>
          <p:nvPr/>
        </p:nvSpPr>
        <p:spPr>
          <a:xfrm>
            <a:off x="2499464" y="841096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2C7B5F7-079F-4F28-B315-0ED82571F455}"/>
              </a:ext>
            </a:extLst>
          </p:cNvPr>
          <p:cNvSpPr txBox="1"/>
          <p:nvPr/>
        </p:nvSpPr>
        <p:spPr>
          <a:xfrm>
            <a:off x="2499009" y="1089493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8F0EAF5-3DF0-4E25-86A6-1C9449798B6F}"/>
              </a:ext>
            </a:extLst>
          </p:cNvPr>
          <p:cNvSpPr txBox="1"/>
          <p:nvPr/>
        </p:nvSpPr>
        <p:spPr>
          <a:xfrm>
            <a:off x="2155394" y="1354645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9F45B9A-6DA0-4C1B-8348-10A58C0864FD}"/>
              </a:ext>
            </a:extLst>
          </p:cNvPr>
          <p:cNvCxnSpPr>
            <a:cxnSpLocks/>
          </p:cNvCxnSpPr>
          <p:nvPr/>
        </p:nvCxnSpPr>
        <p:spPr>
          <a:xfrm flipV="1">
            <a:off x="3471343" y="1182848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A02D328-7F26-421D-9EAA-63EC5A2F135B}"/>
              </a:ext>
            </a:extLst>
          </p:cNvPr>
          <p:cNvCxnSpPr>
            <a:cxnSpLocks/>
          </p:cNvCxnSpPr>
          <p:nvPr/>
        </p:nvCxnSpPr>
        <p:spPr>
          <a:xfrm>
            <a:off x="3471343" y="1192155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0EB73AB-9721-4F17-AEBD-B6B2ED0F0125}"/>
              </a:ext>
            </a:extLst>
          </p:cNvPr>
          <p:cNvCxnSpPr>
            <a:cxnSpLocks/>
          </p:cNvCxnSpPr>
          <p:nvPr/>
        </p:nvCxnSpPr>
        <p:spPr>
          <a:xfrm flipV="1">
            <a:off x="3682767" y="1194758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3904A04-27A6-4E2F-A5AD-40DD5A6F80A0}"/>
              </a:ext>
            </a:extLst>
          </p:cNvPr>
          <p:cNvCxnSpPr>
            <a:cxnSpLocks/>
          </p:cNvCxnSpPr>
          <p:nvPr/>
        </p:nvCxnSpPr>
        <p:spPr>
          <a:xfrm>
            <a:off x="3691156" y="1510456"/>
            <a:ext cx="127086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3DE3C7F-58CA-4B56-A577-2D8A58637EF8}"/>
              </a:ext>
            </a:extLst>
          </p:cNvPr>
          <p:cNvCxnSpPr>
            <a:cxnSpLocks/>
          </p:cNvCxnSpPr>
          <p:nvPr/>
        </p:nvCxnSpPr>
        <p:spPr>
          <a:xfrm>
            <a:off x="6028888" y="1509538"/>
            <a:ext cx="209724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771A3F2-200A-434A-A30C-D1A9424E22F7}"/>
              </a:ext>
            </a:extLst>
          </p:cNvPr>
          <p:cNvCxnSpPr>
            <a:cxnSpLocks/>
          </p:cNvCxnSpPr>
          <p:nvPr/>
        </p:nvCxnSpPr>
        <p:spPr>
          <a:xfrm>
            <a:off x="2832987" y="2701365"/>
            <a:ext cx="169223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DE4773EB-A944-4E77-90FF-4B1015F9A36B}"/>
              </a:ext>
            </a:extLst>
          </p:cNvPr>
          <p:cNvSpPr txBox="1"/>
          <p:nvPr/>
        </p:nvSpPr>
        <p:spPr>
          <a:xfrm>
            <a:off x="2490737" y="2041312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62188178-AF4C-457F-895E-D8A64134744F}"/>
              </a:ext>
            </a:extLst>
          </p:cNvPr>
          <p:cNvSpPr txBox="1"/>
          <p:nvPr/>
        </p:nvSpPr>
        <p:spPr>
          <a:xfrm>
            <a:off x="2490282" y="2289709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7D917DD7-65F5-4EAA-BA07-C16CB046D0BC}"/>
              </a:ext>
            </a:extLst>
          </p:cNvPr>
          <p:cNvSpPr txBox="1"/>
          <p:nvPr/>
        </p:nvSpPr>
        <p:spPr>
          <a:xfrm>
            <a:off x="2146667" y="2554861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0FD6E93-8C36-4BE0-AD55-2BECEB9BF4E0}"/>
              </a:ext>
            </a:extLst>
          </p:cNvPr>
          <p:cNvCxnSpPr>
            <a:cxnSpLocks/>
          </p:cNvCxnSpPr>
          <p:nvPr/>
        </p:nvCxnSpPr>
        <p:spPr>
          <a:xfrm>
            <a:off x="5349040" y="2675713"/>
            <a:ext cx="2930894" cy="176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B0875657-BB05-4999-9492-311C6780C394}"/>
              </a:ext>
            </a:extLst>
          </p:cNvPr>
          <p:cNvCxnSpPr>
            <a:cxnSpLocks/>
          </p:cNvCxnSpPr>
          <p:nvPr/>
        </p:nvCxnSpPr>
        <p:spPr>
          <a:xfrm flipV="1">
            <a:off x="4525220" y="2132792"/>
            <a:ext cx="0" cy="5769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B2BE82B0-0CBC-4065-86E3-9C09FBF54A36}"/>
              </a:ext>
            </a:extLst>
          </p:cNvPr>
          <p:cNvCxnSpPr>
            <a:cxnSpLocks/>
          </p:cNvCxnSpPr>
          <p:nvPr/>
        </p:nvCxnSpPr>
        <p:spPr>
          <a:xfrm>
            <a:off x="4533609" y="2142099"/>
            <a:ext cx="8154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25661FC-C2F5-4029-B796-E049AD8A54E1}"/>
              </a:ext>
            </a:extLst>
          </p:cNvPr>
          <p:cNvCxnSpPr>
            <a:cxnSpLocks/>
          </p:cNvCxnSpPr>
          <p:nvPr/>
        </p:nvCxnSpPr>
        <p:spPr>
          <a:xfrm flipV="1">
            <a:off x="5349040" y="2119050"/>
            <a:ext cx="0" cy="55666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26BA316B-89F3-4812-9DC7-7DA63E463142}"/>
              </a:ext>
            </a:extLst>
          </p:cNvPr>
          <p:cNvCxnSpPr>
            <a:cxnSpLocks/>
          </p:cNvCxnSpPr>
          <p:nvPr/>
        </p:nvCxnSpPr>
        <p:spPr>
          <a:xfrm flipV="1">
            <a:off x="5788404" y="118031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370A2775-328E-4A0E-A1AB-425991AAF0E0}"/>
              </a:ext>
            </a:extLst>
          </p:cNvPr>
          <p:cNvCxnSpPr>
            <a:cxnSpLocks/>
          </p:cNvCxnSpPr>
          <p:nvPr/>
        </p:nvCxnSpPr>
        <p:spPr>
          <a:xfrm>
            <a:off x="5788404" y="1189623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42DC4839-9208-4B00-B7BD-20C36D3A85F8}"/>
              </a:ext>
            </a:extLst>
          </p:cNvPr>
          <p:cNvCxnSpPr>
            <a:cxnSpLocks/>
          </p:cNvCxnSpPr>
          <p:nvPr/>
        </p:nvCxnSpPr>
        <p:spPr>
          <a:xfrm flipV="1">
            <a:off x="5999828" y="119222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4B7BEED2-A007-4F42-A91C-2A42E17F2CE6}"/>
              </a:ext>
            </a:extLst>
          </p:cNvPr>
          <p:cNvSpPr txBox="1"/>
          <p:nvPr/>
        </p:nvSpPr>
        <p:spPr>
          <a:xfrm>
            <a:off x="9650712" y="1329584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5A37E01D-3A75-4817-BB7A-9CEAF33D6E41}"/>
              </a:ext>
            </a:extLst>
          </p:cNvPr>
          <p:cNvSpPr txBox="1"/>
          <p:nvPr/>
        </p:nvSpPr>
        <p:spPr>
          <a:xfrm>
            <a:off x="9650257" y="1577981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316921AE-29EB-4B6D-B2D6-D137B148B69D}"/>
              </a:ext>
            </a:extLst>
          </p:cNvPr>
          <p:cNvCxnSpPr>
            <a:cxnSpLocks/>
          </p:cNvCxnSpPr>
          <p:nvPr/>
        </p:nvCxnSpPr>
        <p:spPr>
          <a:xfrm>
            <a:off x="2814055" y="5834592"/>
            <a:ext cx="57989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C7A36E8D-3FA5-4BF4-88CA-AC326110440A}"/>
              </a:ext>
            </a:extLst>
          </p:cNvPr>
          <p:cNvSpPr txBox="1"/>
          <p:nvPr/>
        </p:nvSpPr>
        <p:spPr>
          <a:xfrm>
            <a:off x="2490282" y="5699964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5A401910-8D01-4A1F-9A22-7DBCB8BC9BA8}"/>
              </a:ext>
            </a:extLst>
          </p:cNvPr>
          <p:cNvSpPr txBox="1"/>
          <p:nvPr/>
        </p:nvSpPr>
        <p:spPr>
          <a:xfrm>
            <a:off x="2489827" y="5948361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4CB322F-DDCB-45CA-BC8E-29D825A50274}"/>
              </a:ext>
            </a:extLst>
          </p:cNvPr>
          <p:cNvCxnSpPr>
            <a:cxnSpLocks/>
          </p:cNvCxnSpPr>
          <p:nvPr/>
        </p:nvCxnSpPr>
        <p:spPr>
          <a:xfrm>
            <a:off x="3393950" y="6094551"/>
            <a:ext cx="297206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FB9DDF73-D7A8-4DE5-A9BB-A30B30B921E4}"/>
              </a:ext>
            </a:extLst>
          </p:cNvPr>
          <p:cNvCxnSpPr>
            <a:cxnSpLocks/>
          </p:cNvCxnSpPr>
          <p:nvPr/>
        </p:nvCxnSpPr>
        <p:spPr>
          <a:xfrm flipV="1">
            <a:off x="3393950" y="5859374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0D87E969-DFEC-44B3-B552-5B8CF427D44A}"/>
              </a:ext>
            </a:extLst>
          </p:cNvPr>
          <p:cNvCxnSpPr>
            <a:cxnSpLocks/>
          </p:cNvCxnSpPr>
          <p:nvPr/>
        </p:nvCxnSpPr>
        <p:spPr>
          <a:xfrm flipV="1">
            <a:off x="3686722" y="5830772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86AFC82F-5357-4C31-BC80-E5C7B216BB98}"/>
              </a:ext>
            </a:extLst>
          </p:cNvPr>
          <p:cNvCxnSpPr>
            <a:cxnSpLocks/>
          </p:cNvCxnSpPr>
          <p:nvPr/>
        </p:nvCxnSpPr>
        <p:spPr>
          <a:xfrm>
            <a:off x="4556583" y="5834592"/>
            <a:ext cx="127501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DF3BA545-1BF8-4EE9-A95A-85A4819E9F9A}"/>
              </a:ext>
            </a:extLst>
          </p:cNvPr>
          <p:cNvCxnSpPr>
            <a:cxnSpLocks/>
          </p:cNvCxnSpPr>
          <p:nvPr/>
        </p:nvCxnSpPr>
        <p:spPr>
          <a:xfrm>
            <a:off x="5831593" y="6066748"/>
            <a:ext cx="249153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A885C1B0-6EBE-42F0-9189-9F0164BAA807}"/>
              </a:ext>
            </a:extLst>
          </p:cNvPr>
          <p:cNvCxnSpPr>
            <a:cxnSpLocks/>
          </p:cNvCxnSpPr>
          <p:nvPr/>
        </p:nvCxnSpPr>
        <p:spPr>
          <a:xfrm flipV="1">
            <a:off x="5831593" y="5831571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hteck 44">
            <a:extLst>
              <a:ext uri="{FF2B5EF4-FFF2-40B4-BE49-F238E27FC236}">
                <a16:creationId xmlns:a16="http://schemas.microsoft.com/office/drawing/2014/main" id="{BB7A5F13-FD5D-47B9-ABE4-BE575907D360}"/>
              </a:ext>
            </a:extLst>
          </p:cNvPr>
          <p:cNvSpPr/>
          <p:nvPr/>
        </p:nvSpPr>
        <p:spPr>
          <a:xfrm>
            <a:off x="409917" y="4545326"/>
            <a:ext cx="1724503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Def</a:t>
            </a:r>
            <a:r>
              <a:rPr lang="fr-FR" sz="2800" dirty="0">
                <a:solidFill>
                  <a:sysClr val="windowText" lastClr="000000"/>
                </a:solidFill>
              </a:rPr>
              <a:t> scenario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5021C726-7A75-4861-BA1D-72D07345169B}"/>
              </a:ext>
            </a:extLst>
          </p:cNvPr>
          <p:cNvCxnSpPr>
            <a:cxnSpLocks/>
          </p:cNvCxnSpPr>
          <p:nvPr/>
        </p:nvCxnSpPr>
        <p:spPr>
          <a:xfrm>
            <a:off x="2781752" y="4651144"/>
            <a:ext cx="199158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B703BADF-182F-4B6F-84FF-B29443D44EA2}"/>
              </a:ext>
            </a:extLst>
          </p:cNvPr>
          <p:cNvSpPr txBox="1"/>
          <p:nvPr/>
        </p:nvSpPr>
        <p:spPr>
          <a:xfrm>
            <a:off x="2440288" y="4507424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EC3DFF76-0E3B-476A-8AF4-E1A54DE8B428}"/>
              </a:ext>
            </a:extLst>
          </p:cNvPr>
          <p:cNvSpPr txBox="1"/>
          <p:nvPr/>
        </p:nvSpPr>
        <p:spPr>
          <a:xfrm>
            <a:off x="2439833" y="4755821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40C99872-BAE4-42D7-ACB3-0276AAD3EA24}"/>
              </a:ext>
            </a:extLst>
          </p:cNvPr>
          <p:cNvCxnSpPr>
            <a:cxnSpLocks/>
          </p:cNvCxnSpPr>
          <p:nvPr/>
        </p:nvCxnSpPr>
        <p:spPr>
          <a:xfrm flipV="1">
            <a:off x="4962016" y="1187571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F5F110F6-1130-4459-B8CB-F05573059F96}"/>
              </a:ext>
            </a:extLst>
          </p:cNvPr>
          <p:cNvCxnSpPr>
            <a:cxnSpLocks/>
          </p:cNvCxnSpPr>
          <p:nvPr/>
        </p:nvCxnSpPr>
        <p:spPr>
          <a:xfrm>
            <a:off x="4962016" y="1196878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95799159-6EA1-4957-94C7-F6FB46D51669}"/>
              </a:ext>
            </a:extLst>
          </p:cNvPr>
          <p:cNvCxnSpPr>
            <a:cxnSpLocks/>
          </p:cNvCxnSpPr>
          <p:nvPr/>
        </p:nvCxnSpPr>
        <p:spPr>
          <a:xfrm flipV="1">
            <a:off x="5173440" y="1199481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54AE0D4-084A-42D8-85B5-847982CEB302}"/>
              </a:ext>
            </a:extLst>
          </p:cNvPr>
          <p:cNvCxnSpPr>
            <a:cxnSpLocks/>
          </p:cNvCxnSpPr>
          <p:nvPr/>
        </p:nvCxnSpPr>
        <p:spPr>
          <a:xfrm>
            <a:off x="5181829" y="1509538"/>
            <a:ext cx="60566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7D471E23-DD09-4DE9-A150-6C328770A28C}"/>
              </a:ext>
            </a:extLst>
          </p:cNvPr>
          <p:cNvSpPr txBox="1"/>
          <p:nvPr/>
        </p:nvSpPr>
        <p:spPr>
          <a:xfrm>
            <a:off x="9344391" y="1761993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683F7961-0C52-4030-A23C-817545ECA272}"/>
              </a:ext>
            </a:extLst>
          </p:cNvPr>
          <p:cNvCxnSpPr>
            <a:cxnSpLocks/>
          </p:cNvCxnSpPr>
          <p:nvPr/>
        </p:nvCxnSpPr>
        <p:spPr>
          <a:xfrm>
            <a:off x="9928158" y="1945903"/>
            <a:ext cx="63801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D4098AF9-6ECD-41E1-9579-5DE4F4E3B915}"/>
              </a:ext>
            </a:extLst>
          </p:cNvPr>
          <p:cNvCxnSpPr>
            <a:cxnSpLocks/>
          </p:cNvCxnSpPr>
          <p:nvPr/>
        </p:nvCxnSpPr>
        <p:spPr>
          <a:xfrm flipV="1">
            <a:off x="10557787" y="1627602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C804DE6-C942-4CC4-9B33-E98A9142F1EC}"/>
              </a:ext>
            </a:extLst>
          </p:cNvPr>
          <p:cNvCxnSpPr>
            <a:cxnSpLocks/>
          </p:cNvCxnSpPr>
          <p:nvPr/>
        </p:nvCxnSpPr>
        <p:spPr>
          <a:xfrm>
            <a:off x="10557787" y="1636909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9B28CFD6-4DF8-42D4-A026-ED9302CCF8A5}"/>
              </a:ext>
            </a:extLst>
          </p:cNvPr>
          <p:cNvCxnSpPr>
            <a:cxnSpLocks/>
          </p:cNvCxnSpPr>
          <p:nvPr/>
        </p:nvCxnSpPr>
        <p:spPr>
          <a:xfrm flipV="1">
            <a:off x="10769211" y="1639512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9874E5BA-927B-4E1A-9273-715850465B52}"/>
              </a:ext>
            </a:extLst>
          </p:cNvPr>
          <p:cNvCxnSpPr>
            <a:cxnSpLocks/>
          </p:cNvCxnSpPr>
          <p:nvPr/>
        </p:nvCxnSpPr>
        <p:spPr>
          <a:xfrm>
            <a:off x="10785778" y="1945903"/>
            <a:ext cx="93169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43A39681-9C24-4C79-9FE4-584AC5C02E7F}"/>
              </a:ext>
            </a:extLst>
          </p:cNvPr>
          <p:cNvCxnSpPr>
            <a:cxnSpLocks/>
          </p:cNvCxnSpPr>
          <p:nvPr/>
        </p:nvCxnSpPr>
        <p:spPr>
          <a:xfrm flipV="1">
            <a:off x="11709079" y="1385346"/>
            <a:ext cx="0" cy="5769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587013A8-DB62-4C67-AA4D-B3F7B375DB17}"/>
              </a:ext>
            </a:extLst>
          </p:cNvPr>
          <p:cNvCxnSpPr>
            <a:cxnSpLocks/>
          </p:cNvCxnSpPr>
          <p:nvPr/>
        </p:nvCxnSpPr>
        <p:spPr>
          <a:xfrm>
            <a:off x="11717468" y="1394653"/>
            <a:ext cx="8154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2BA35960-E479-451A-ADED-2B796B1F8EE8}"/>
              </a:ext>
            </a:extLst>
          </p:cNvPr>
          <p:cNvCxnSpPr>
            <a:cxnSpLocks/>
          </p:cNvCxnSpPr>
          <p:nvPr/>
        </p:nvCxnSpPr>
        <p:spPr>
          <a:xfrm flipV="1">
            <a:off x="12532899" y="1371604"/>
            <a:ext cx="0" cy="55666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AE15C03D-38B1-4D52-9108-64D9D05325CB}"/>
              </a:ext>
            </a:extLst>
          </p:cNvPr>
          <p:cNvCxnSpPr>
            <a:cxnSpLocks/>
          </p:cNvCxnSpPr>
          <p:nvPr/>
        </p:nvCxnSpPr>
        <p:spPr>
          <a:xfrm flipV="1">
            <a:off x="13079921" y="159727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EDEF0A93-EB84-4FBE-A6B1-1B9B377B7E78}"/>
              </a:ext>
            </a:extLst>
          </p:cNvPr>
          <p:cNvCxnSpPr>
            <a:cxnSpLocks/>
          </p:cNvCxnSpPr>
          <p:nvPr/>
        </p:nvCxnSpPr>
        <p:spPr>
          <a:xfrm>
            <a:off x="13079921" y="1606583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E8DAA67C-831E-4104-9CAF-5C938F35490B}"/>
              </a:ext>
            </a:extLst>
          </p:cNvPr>
          <p:cNvCxnSpPr>
            <a:cxnSpLocks/>
          </p:cNvCxnSpPr>
          <p:nvPr/>
        </p:nvCxnSpPr>
        <p:spPr>
          <a:xfrm flipV="1">
            <a:off x="13291345" y="160918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A5B3ED9B-1570-4EE0-ABE4-6E33711CD373}"/>
              </a:ext>
            </a:extLst>
          </p:cNvPr>
          <p:cNvCxnSpPr>
            <a:cxnSpLocks/>
          </p:cNvCxnSpPr>
          <p:nvPr/>
        </p:nvCxnSpPr>
        <p:spPr>
          <a:xfrm flipV="1">
            <a:off x="12526178" y="1923966"/>
            <a:ext cx="576661" cy="318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A6F2A130-C9AB-4986-BC4E-5A9378A8C452}"/>
              </a:ext>
            </a:extLst>
          </p:cNvPr>
          <p:cNvCxnSpPr>
            <a:cxnSpLocks/>
          </p:cNvCxnSpPr>
          <p:nvPr/>
        </p:nvCxnSpPr>
        <p:spPr>
          <a:xfrm>
            <a:off x="13282957" y="1929920"/>
            <a:ext cx="220105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4D67F64A-1752-4893-957C-AE368995F894}"/>
              </a:ext>
            </a:extLst>
          </p:cNvPr>
          <p:cNvCxnSpPr>
            <a:cxnSpLocks/>
          </p:cNvCxnSpPr>
          <p:nvPr/>
        </p:nvCxnSpPr>
        <p:spPr>
          <a:xfrm>
            <a:off x="2799032" y="3588581"/>
            <a:ext cx="579895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A7BDDADF-6FC5-4EE4-ADB4-74C6F8FF3ACB}"/>
              </a:ext>
            </a:extLst>
          </p:cNvPr>
          <p:cNvSpPr txBox="1"/>
          <p:nvPr/>
        </p:nvSpPr>
        <p:spPr>
          <a:xfrm>
            <a:off x="2475259" y="3453383"/>
            <a:ext cx="3858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085B489-C3B1-4C73-8016-5B429AD5B558}"/>
              </a:ext>
            </a:extLst>
          </p:cNvPr>
          <p:cNvSpPr txBox="1"/>
          <p:nvPr/>
        </p:nvSpPr>
        <p:spPr>
          <a:xfrm>
            <a:off x="2474804" y="3701780"/>
            <a:ext cx="3858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7DB2DFC4-35D3-42F1-9701-3919BC2FF149}"/>
              </a:ext>
            </a:extLst>
          </p:cNvPr>
          <p:cNvCxnSpPr>
            <a:cxnSpLocks/>
          </p:cNvCxnSpPr>
          <p:nvPr/>
        </p:nvCxnSpPr>
        <p:spPr>
          <a:xfrm>
            <a:off x="3378927" y="3847970"/>
            <a:ext cx="1174459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26CBB521-97D5-4263-B8E8-4F31DC1D05CB}"/>
              </a:ext>
            </a:extLst>
          </p:cNvPr>
          <p:cNvCxnSpPr>
            <a:cxnSpLocks/>
          </p:cNvCxnSpPr>
          <p:nvPr/>
        </p:nvCxnSpPr>
        <p:spPr>
          <a:xfrm flipV="1">
            <a:off x="3378927" y="3612793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3FA87706-71EF-475E-BAB0-3167D4C8D23C}"/>
              </a:ext>
            </a:extLst>
          </p:cNvPr>
          <p:cNvCxnSpPr>
            <a:cxnSpLocks/>
          </p:cNvCxnSpPr>
          <p:nvPr/>
        </p:nvCxnSpPr>
        <p:spPr>
          <a:xfrm flipV="1">
            <a:off x="4541560" y="3597103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F06E99AA-FB5E-4C80-8AF4-1A1DD80271CE}"/>
              </a:ext>
            </a:extLst>
          </p:cNvPr>
          <p:cNvCxnSpPr>
            <a:cxnSpLocks/>
          </p:cNvCxnSpPr>
          <p:nvPr/>
        </p:nvCxnSpPr>
        <p:spPr>
          <a:xfrm>
            <a:off x="4541560" y="3588581"/>
            <a:ext cx="127501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3FCBC10B-D5F8-42EE-9AA7-AA4DF34D6C28}"/>
              </a:ext>
            </a:extLst>
          </p:cNvPr>
          <p:cNvCxnSpPr>
            <a:cxnSpLocks/>
          </p:cNvCxnSpPr>
          <p:nvPr/>
        </p:nvCxnSpPr>
        <p:spPr>
          <a:xfrm>
            <a:off x="5816570" y="3820167"/>
            <a:ext cx="24915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75DE31CC-8A4B-4E50-8470-E55E0A3E43BF}"/>
              </a:ext>
            </a:extLst>
          </p:cNvPr>
          <p:cNvCxnSpPr>
            <a:cxnSpLocks/>
          </p:cNvCxnSpPr>
          <p:nvPr/>
        </p:nvCxnSpPr>
        <p:spPr>
          <a:xfrm flipV="1">
            <a:off x="5816570" y="3584990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 Verbindung mit Pfeil 116">
            <a:extLst>
              <a:ext uri="{FF2B5EF4-FFF2-40B4-BE49-F238E27FC236}">
                <a16:creationId xmlns:a16="http://schemas.microsoft.com/office/drawing/2014/main" id="{A768A34C-C3AA-4D44-B3BB-CD9790754C23}"/>
              </a:ext>
            </a:extLst>
          </p:cNvPr>
          <p:cNvCxnSpPr>
            <a:cxnSpLocks/>
          </p:cNvCxnSpPr>
          <p:nvPr/>
        </p:nvCxnSpPr>
        <p:spPr>
          <a:xfrm>
            <a:off x="4773336" y="4947768"/>
            <a:ext cx="357907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96E84B90-192A-4E10-9BE0-A049A930756B}"/>
              </a:ext>
            </a:extLst>
          </p:cNvPr>
          <p:cNvCxnSpPr>
            <a:cxnSpLocks/>
          </p:cNvCxnSpPr>
          <p:nvPr/>
        </p:nvCxnSpPr>
        <p:spPr>
          <a:xfrm flipV="1">
            <a:off x="4786222" y="4621078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84EEDECF-68CB-4B77-8F54-1C0047A98732}"/>
              </a:ext>
            </a:extLst>
          </p:cNvPr>
          <p:cNvCxnSpPr>
            <a:cxnSpLocks/>
          </p:cNvCxnSpPr>
          <p:nvPr/>
        </p:nvCxnSpPr>
        <p:spPr>
          <a:xfrm>
            <a:off x="3650864" y="5840125"/>
            <a:ext cx="90571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eck 15">
            <a:extLst>
              <a:ext uri="{FF2B5EF4-FFF2-40B4-BE49-F238E27FC236}">
                <a16:creationId xmlns:a16="http://schemas.microsoft.com/office/drawing/2014/main" id="{FB1E7CF1-F6FF-4B75-800B-30BE08F3220F}"/>
              </a:ext>
            </a:extLst>
          </p:cNvPr>
          <p:cNvSpPr/>
          <p:nvPr/>
        </p:nvSpPr>
        <p:spPr>
          <a:xfrm>
            <a:off x="8605615" y="931492"/>
            <a:ext cx="792755" cy="1990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Classe VM</a:t>
            </a:r>
            <a:endParaRPr lang="de-DE" dirty="0"/>
          </a:p>
        </p:txBody>
      </p:sp>
      <p:sp>
        <p:nvSpPr>
          <p:cNvPr id="126" name="Rechteck 125">
            <a:extLst>
              <a:ext uri="{FF2B5EF4-FFF2-40B4-BE49-F238E27FC236}">
                <a16:creationId xmlns:a16="http://schemas.microsoft.com/office/drawing/2014/main" id="{CBF1CBDC-2C52-4CEB-A129-E265B0B980EE}"/>
              </a:ext>
            </a:extLst>
          </p:cNvPr>
          <p:cNvSpPr/>
          <p:nvPr/>
        </p:nvSpPr>
        <p:spPr>
          <a:xfrm>
            <a:off x="8596907" y="3039226"/>
            <a:ext cx="1433801" cy="1148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Arbitration FMU</a:t>
            </a:r>
            <a:endParaRPr lang="de-DE" dirty="0"/>
          </a:p>
        </p:txBody>
      </p:sp>
      <p:sp>
        <p:nvSpPr>
          <p:cNvPr id="127" name="Rechteck 126">
            <a:extLst>
              <a:ext uri="{FF2B5EF4-FFF2-40B4-BE49-F238E27FC236}">
                <a16:creationId xmlns:a16="http://schemas.microsoft.com/office/drawing/2014/main" id="{714101DC-D068-44E4-BA77-7783CD38285C}"/>
              </a:ext>
            </a:extLst>
          </p:cNvPr>
          <p:cNvSpPr/>
          <p:nvPr/>
        </p:nvSpPr>
        <p:spPr>
          <a:xfrm>
            <a:off x="8627490" y="4380204"/>
            <a:ext cx="1473631" cy="807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CM</a:t>
            </a:r>
            <a:endParaRPr lang="de-DE" dirty="0"/>
          </a:p>
        </p:txBody>
      </p:sp>
      <p:sp>
        <p:nvSpPr>
          <p:cNvPr id="128" name="Rechteck 127">
            <a:extLst>
              <a:ext uri="{FF2B5EF4-FFF2-40B4-BE49-F238E27FC236}">
                <a16:creationId xmlns:a16="http://schemas.microsoft.com/office/drawing/2014/main" id="{951AF4D2-391B-45DB-A117-C0FCBAE8613D}"/>
              </a:ext>
            </a:extLst>
          </p:cNvPr>
          <p:cNvSpPr/>
          <p:nvPr/>
        </p:nvSpPr>
        <p:spPr>
          <a:xfrm>
            <a:off x="8627490" y="5290701"/>
            <a:ext cx="1433801" cy="1148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Cm_in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1640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437C0F70-2C2F-42C9-B0A5-E729FB921DDA}"/>
              </a:ext>
            </a:extLst>
          </p:cNvPr>
          <p:cNvSpPr/>
          <p:nvPr/>
        </p:nvSpPr>
        <p:spPr>
          <a:xfrm>
            <a:off x="416267" y="2217900"/>
            <a:ext cx="1724503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hil_adas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DBD9B49-7EDC-42A1-972A-D4032DFF0CD8}"/>
              </a:ext>
            </a:extLst>
          </p:cNvPr>
          <p:cNvSpPr/>
          <p:nvPr/>
        </p:nvSpPr>
        <p:spPr>
          <a:xfrm>
            <a:off x="415358" y="3455315"/>
            <a:ext cx="1724504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hil_vehicle</a:t>
            </a:r>
            <a:r>
              <a:rPr lang="fr-FR" sz="2800" dirty="0">
                <a:solidFill>
                  <a:sysClr val="windowText" lastClr="000000"/>
                </a:solidFill>
              </a:rPr>
              <a:t> 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70B06B6-C52E-46AB-89C4-1B1BF0E3E633}"/>
              </a:ext>
            </a:extLst>
          </p:cNvPr>
          <p:cNvSpPr txBox="1"/>
          <p:nvPr/>
        </p:nvSpPr>
        <p:spPr>
          <a:xfrm>
            <a:off x="79298" y="10344"/>
            <a:ext cx="488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Signal </a:t>
            </a:r>
            <a:r>
              <a:rPr lang="fr-FR" dirty="0" err="1"/>
              <a:t>behavior</a:t>
            </a:r>
            <a:r>
              <a:rPr lang="fr-FR" dirty="0"/>
              <a:t> and arbitration. </a:t>
            </a:r>
            <a:r>
              <a:rPr lang="fr-FR" dirty="0" err="1"/>
              <a:t>Gear</a:t>
            </a:r>
            <a:r>
              <a:rPr lang="fr-FR" dirty="0"/>
              <a:t> </a:t>
            </a:r>
            <a:r>
              <a:rPr lang="fr-FR" dirty="0" err="1"/>
              <a:t>example</a:t>
            </a:r>
            <a:endParaRPr lang="fr-FR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A6898D6-BD06-4140-9AF8-F6DA83FBD7C6}"/>
              </a:ext>
            </a:extLst>
          </p:cNvPr>
          <p:cNvSpPr/>
          <p:nvPr/>
        </p:nvSpPr>
        <p:spPr>
          <a:xfrm>
            <a:off x="416268" y="841096"/>
            <a:ext cx="1724502" cy="5048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hil_drv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15E82F6B-CB4D-4072-8449-753D53D07BA5}"/>
              </a:ext>
            </a:extLst>
          </p:cNvPr>
          <p:cNvCxnSpPr>
            <a:cxnSpLocks/>
          </p:cNvCxnSpPr>
          <p:nvPr/>
        </p:nvCxnSpPr>
        <p:spPr>
          <a:xfrm>
            <a:off x="2841714" y="1501149"/>
            <a:ext cx="63801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387343AD-DD90-4D32-8F15-7B8B1578600E}"/>
              </a:ext>
            </a:extLst>
          </p:cNvPr>
          <p:cNvSpPr/>
          <p:nvPr/>
        </p:nvSpPr>
        <p:spPr>
          <a:xfrm>
            <a:off x="468638" y="5680249"/>
            <a:ext cx="1724503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err="1">
                <a:solidFill>
                  <a:sysClr val="windowText" lastClr="000000"/>
                </a:solidFill>
              </a:rPr>
              <a:t>hil_hvm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DD273D7-08C3-40D1-90B5-A806B7FDABA9}"/>
              </a:ext>
            </a:extLst>
          </p:cNvPr>
          <p:cNvSpPr txBox="1"/>
          <p:nvPr/>
        </p:nvSpPr>
        <p:spPr>
          <a:xfrm>
            <a:off x="2499464" y="841096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2C7B5F7-079F-4F28-B315-0ED82571F455}"/>
              </a:ext>
            </a:extLst>
          </p:cNvPr>
          <p:cNvSpPr txBox="1"/>
          <p:nvPr/>
        </p:nvSpPr>
        <p:spPr>
          <a:xfrm>
            <a:off x="2499009" y="1089493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8F0EAF5-3DF0-4E25-86A6-1C9449798B6F}"/>
              </a:ext>
            </a:extLst>
          </p:cNvPr>
          <p:cNvSpPr txBox="1"/>
          <p:nvPr/>
        </p:nvSpPr>
        <p:spPr>
          <a:xfrm>
            <a:off x="2155394" y="1354645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69F45B9A-6DA0-4C1B-8348-10A58C0864FD}"/>
              </a:ext>
            </a:extLst>
          </p:cNvPr>
          <p:cNvCxnSpPr>
            <a:cxnSpLocks/>
          </p:cNvCxnSpPr>
          <p:nvPr/>
        </p:nvCxnSpPr>
        <p:spPr>
          <a:xfrm flipV="1">
            <a:off x="3471343" y="1182848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A02D328-7F26-421D-9EAA-63EC5A2F135B}"/>
              </a:ext>
            </a:extLst>
          </p:cNvPr>
          <p:cNvCxnSpPr>
            <a:cxnSpLocks/>
          </p:cNvCxnSpPr>
          <p:nvPr/>
        </p:nvCxnSpPr>
        <p:spPr>
          <a:xfrm>
            <a:off x="3471343" y="1192155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80EB73AB-9721-4F17-AEBD-B6B2ED0F0125}"/>
              </a:ext>
            </a:extLst>
          </p:cNvPr>
          <p:cNvCxnSpPr>
            <a:cxnSpLocks/>
          </p:cNvCxnSpPr>
          <p:nvPr/>
        </p:nvCxnSpPr>
        <p:spPr>
          <a:xfrm flipV="1">
            <a:off x="3682767" y="1194758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A3904A04-27A6-4E2F-A5AD-40DD5A6F80A0}"/>
              </a:ext>
            </a:extLst>
          </p:cNvPr>
          <p:cNvCxnSpPr>
            <a:cxnSpLocks/>
          </p:cNvCxnSpPr>
          <p:nvPr/>
        </p:nvCxnSpPr>
        <p:spPr>
          <a:xfrm>
            <a:off x="3691156" y="1510456"/>
            <a:ext cx="127086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E3DE3C7F-58CA-4B56-A577-2D8A58637EF8}"/>
              </a:ext>
            </a:extLst>
          </p:cNvPr>
          <p:cNvCxnSpPr>
            <a:cxnSpLocks/>
          </p:cNvCxnSpPr>
          <p:nvPr/>
        </p:nvCxnSpPr>
        <p:spPr>
          <a:xfrm>
            <a:off x="6028888" y="1509538"/>
            <a:ext cx="209724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771A3F2-200A-434A-A30C-D1A9424E22F7}"/>
              </a:ext>
            </a:extLst>
          </p:cNvPr>
          <p:cNvCxnSpPr>
            <a:cxnSpLocks/>
          </p:cNvCxnSpPr>
          <p:nvPr/>
        </p:nvCxnSpPr>
        <p:spPr>
          <a:xfrm>
            <a:off x="2832987" y="2701365"/>
            <a:ext cx="169223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DE4773EB-A944-4E77-90FF-4B1015F9A36B}"/>
              </a:ext>
            </a:extLst>
          </p:cNvPr>
          <p:cNvSpPr txBox="1"/>
          <p:nvPr/>
        </p:nvSpPr>
        <p:spPr>
          <a:xfrm>
            <a:off x="2490737" y="2041312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62188178-AF4C-457F-895E-D8A64134744F}"/>
              </a:ext>
            </a:extLst>
          </p:cNvPr>
          <p:cNvSpPr txBox="1"/>
          <p:nvPr/>
        </p:nvSpPr>
        <p:spPr>
          <a:xfrm>
            <a:off x="2490282" y="2289709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7D917DD7-65F5-4EAA-BA07-C16CB046D0BC}"/>
              </a:ext>
            </a:extLst>
          </p:cNvPr>
          <p:cNvSpPr txBox="1"/>
          <p:nvPr/>
        </p:nvSpPr>
        <p:spPr>
          <a:xfrm>
            <a:off x="2146667" y="2554861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40FD6E93-8C36-4BE0-AD55-2BECEB9BF4E0}"/>
              </a:ext>
            </a:extLst>
          </p:cNvPr>
          <p:cNvCxnSpPr>
            <a:cxnSpLocks/>
          </p:cNvCxnSpPr>
          <p:nvPr/>
        </p:nvCxnSpPr>
        <p:spPr>
          <a:xfrm>
            <a:off x="5349040" y="2675713"/>
            <a:ext cx="2930894" cy="1764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B0875657-BB05-4999-9492-311C6780C394}"/>
              </a:ext>
            </a:extLst>
          </p:cNvPr>
          <p:cNvCxnSpPr>
            <a:cxnSpLocks/>
          </p:cNvCxnSpPr>
          <p:nvPr/>
        </p:nvCxnSpPr>
        <p:spPr>
          <a:xfrm flipV="1">
            <a:off x="4525220" y="2132792"/>
            <a:ext cx="0" cy="5769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B2BE82B0-0CBC-4065-86E3-9C09FBF54A36}"/>
              </a:ext>
            </a:extLst>
          </p:cNvPr>
          <p:cNvCxnSpPr>
            <a:cxnSpLocks/>
          </p:cNvCxnSpPr>
          <p:nvPr/>
        </p:nvCxnSpPr>
        <p:spPr>
          <a:xfrm>
            <a:off x="4533609" y="2142099"/>
            <a:ext cx="8154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25661FC-C2F5-4029-B796-E049AD8A54E1}"/>
              </a:ext>
            </a:extLst>
          </p:cNvPr>
          <p:cNvCxnSpPr>
            <a:cxnSpLocks/>
          </p:cNvCxnSpPr>
          <p:nvPr/>
        </p:nvCxnSpPr>
        <p:spPr>
          <a:xfrm flipV="1">
            <a:off x="5349040" y="2119050"/>
            <a:ext cx="0" cy="55666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26BA316B-89F3-4812-9DC7-7DA63E463142}"/>
              </a:ext>
            </a:extLst>
          </p:cNvPr>
          <p:cNvCxnSpPr>
            <a:cxnSpLocks/>
          </p:cNvCxnSpPr>
          <p:nvPr/>
        </p:nvCxnSpPr>
        <p:spPr>
          <a:xfrm flipV="1">
            <a:off x="5788404" y="118031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mit Pfeil 74">
            <a:extLst>
              <a:ext uri="{FF2B5EF4-FFF2-40B4-BE49-F238E27FC236}">
                <a16:creationId xmlns:a16="http://schemas.microsoft.com/office/drawing/2014/main" id="{370A2775-328E-4A0E-A1AB-425991AAF0E0}"/>
              </a:ext>
            </a:extLst>
          </p:cNvPr>
          <p:cNvCxnSpPr>
            <a:cxnSpLocks/>
          </p:cNvCxnSpPr>
          <p:nvPr/>
        </p:nvCxnSpPr>
        <p:spPr>
          <a:xfrm>
            <a:off x="5788404" y="1189623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42DC4839-9208-4B00-B7BD-20C36D3A85F8}"/>
              </a:ext>
            </a:extLst>
          </p:cNvPr>
          <p:cNvCxnSpPr>
            <a:cxnSpLocks/>
          </p:cNvCxnSpPr>
          <p:nvPr/>
        </p:nvCxnSpPr>
        <p:spPr>
          <a:xfrm flipV="1">
            <a:off x="5999828" y="1192226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feld 77">
            <a:extLst>
              <a:ext uri="{FF2B5EF4-FFF2-40B4-BE49-F238E27FC236}">
                <a16:creationId xmlns:a16="http://schemas.microsoft.com/office/drawing/2014/main" id="{4B7BEED2-A007-4F42-A91C-2A42E17F2CE6}"/>
              </a:ext>
            </a:extLst>
          </p:cNvPr>
          <p:cNvSpPr txBox="1"/>
          <p:nvPr/>
        </p:nvSpPr>
        <p:spPr>
          <a:xfrm>
            <a:off x="7037039" y="312111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5A37E01D-3A75-4817-BB7A-9CEAF33D6E41}"/>
              </a:ext>
            </a:extLst>
          </p:cNvPr>
          <p:cNvSpPr txBox="1"/>
          <p:nvPr/>
        </p:nvSpPr>
        <p:spPr>
          <a:xfrm>
            <a:off x="7036584" y="560508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316921AE-29EB-4B6D-B2D6-D137B148B69D}"/>
              </a:ext>
            </a:extLst>
          </p:cNvPr>
          <p:cNvCxnSpPr>
            <a:cxnSpLocks/>
          </p:cNvCxnSpPr>
          <p:nvPr/>
        </p:nvCxnSpPr>
        <p:spPr>
          <a:xfrm>
            <a:off x="2822782" y="5776975"/>
            <a:ext cx="57989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C7A36E8D-3FA5-4BF4-88CA-AC326110440A}"/>
              </a:ext>
            </a:extLst>
          </p:cNvPr>
          <p:cNvSpPr txBox="1"/>
          <p:nvPr/>
        </p:nvSpPr>
        <p:spPr>
          <a:xfrm>
            <a:off x="2499009" y="5642347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5A401910-8D01-4A1F-9A22-7DBCB8BC9BA8}"/>
              </a:ext>
            </a:extLst>
          </p:cNvPr>
          <p:cNvSpPr txBox="1"/>
          <p:nvPr/>
        </p:nvSpPr>
        <p:spPr>
          <a:xfrm>
            <a:off x="2498554" y="5890744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4CB322F-DDCB-45CA-BC8E-29D825A50274}"/>
              </a:ext>
            </a:extLst>
          </p:cNvPr>
          <p:cNvCxnSpPr>
            <a:cxnSpLocks/>
          </p:cNvCxnSpPr>
          <p:nvPr/>
        </p:nvCxnSpPr>
        <p:spPr>
          <a:xfrm>
            <a:off x="3402677" y="6036934"/>
            <a:ext cx="1174459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FB9DDF73-D7A8-4DE5-A9BB-A30B30B921E4}"/>
              </a:ext>
            </a:extLst>
          </p:cNvPr>
          <p:cNvCxnSpPr>
            <a:cxnSpLocks/>
          </p:cNvCxnSpPr>
          <p:nvPr/>
        </p:nvCxnSpPr>
        <p:spPr>
          <a:xfrm flipV="1">
            <a:off x="3402677" y="5801757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0D87E969-DFEC-44B3-B552-5B8CF427D44A}"/>
              </a:ext>
            </a:extLst>
          </p:cNvPr>
          <p:cNvCxnSpPr>
            <a:cxnSpLocks/>
          </p:cNvCxnSpPr>
          <p:nvPr/>
        </p:nvCxnSpPr>
        <p:spPr>
          <a:xfrm flipV="1">
            <a:off x="4565310" y="5786067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 Verbindung mit Pfeil 100">
            <a:extLst>
              <a:ext uri="{FF2B5EF4-FFF2-40B4-BE49-F238E27FC236}">
                <a16:creationId xmlns:a16="http://schemas.microsoft.com/office/drawing/2014/main" id="{86AFC82F-5357-4C31-BC80-E5C7B216BB98}"/>
              </a:ext>
            </a:extLst>
          </p:cNvPr>
          <p:cNvCxnSpPr>
            <a:cxnSpLocks/>
          </p:cNvCxnSpPr>
          <p:nvPr/>
        </p:nvCxnSpPr>
        <p:spPr>
          <a:xfrm>
            <a:off x="4565310" y="5776975"/>
            <a:ext cx="127501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DF3BA545-1BF8-4EE9-A95A-85A4819E9F9A}"/>
              </a:ext>
            </a:extLst>
          </p:cNvPr>
          <p:cNvCxnSpPr>
            <a:cxnSpLocks/>
          </p:cNvCxnSpPr>
          <p:nvPr/>
        </p:nvCxnSpPr>
        <p:spPr>
          <a:xfrm>
            <a:off x="5840320" y="6009131"/>
            <a:ext cx="249153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A885C1B0-6EBE-42F0-9189-9F0164BAA807}"/>
              </a:ext>
            </a:extLst>
          </p:cNvPr>
          <p:cNvCxnSpPr>
            <a:cxnSpLocks/>
          </p:cNvCxnSpPr>
          <p:nvPr/>
        </p:nvCxnSpPr>
        <p:spPr>
          <a:xfrm flipV="1">
            <a:off x="5840320" y="5773954"/>
            <a:ext cx="0" cy="235177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40C99872-BAE4-42D7-ACB3-0276AAD3EA24}"/>
              </a:ext>
            </a:extLst>
          </p:cNvPr>
          <p:cNvCxnSpPr>
            <a:cxnSpLocks/>
          </p:cNvCxnSpPr>
          <p:nvPr/>
        </p:nvCxnSpPr>
        <p:spPr>
          <a:xfrm flipV="1">
            <a:off x="4962016" y="1187571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F5F110F6-1130-4459-B8CB-F05573059F96}"/>
              </a:ext>
            </a:extLst>
          </p:cNvPr>
          <p:cNvCxnSpPr>
            <a:cxnSpLocks/>
          </p:cNvCxnSpPr>
          <p:nvPr/>
        </p:nvCxnSpPr>
        <p:spPr>
          <a:xfrm>
            <a:off x="4962016" y="1196878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95799159-6EA1-4957-94C7-F6FB46D51669}"/>
              </a:ext>
            </a:extLst>
          </p:cNvPr>
          <p:cNvCxnSpPr>
            <a:cxnSpLocks/>
          </p:cNvCxnSpPr>
          <p:nvPr/>
        </p:nvCxnSpPr>
        <p:spPr>
          <a:xfrm flipV="1">
            <a:off x="5173440" y="1199481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654AE0D4-084A-42D8-85B5-847982CEB302}"/>
              </a:ext>
            </a:extLst>
          </p:cNvPr>
          <p:cNvCxnSpPr>
            <a:cxnSpLocks/>
          </p:cNvCxnSpPr>
          <p:nvPr/>
        </p:nvCxnSpPr>
        <p:spPr>
          <a:xfrm>
            <a:off x="5181829" y="1509538"/>
            <a:ext cx="605665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feld 72">
            <a:extLst>
              <a:ext uri="{FF2B5EF4-FFF2-40B4-BE49-F238E27FC236}">
                <a16:creationId xmlns:a16="http://schemas.microsoft.com/office/drawing/2014/main" id="{7D471E23-DD09-4DE9-A150-6C328770A28C}"/>
              </a:ext>
            </a:extLst>
          </p:cNvPr>
          <p:cNvSpPr txBox="1"/>
          <p:nvPr/>
        </p:nvSpPr>
        <p:spPr>
          <a:xfrm>
            <a:off x="6730718" y="744520"/>
            <a:ext cx="686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No </a:t>
            </a:r>
            <a:r>
              <a:rPr lang="fr-FR" sz="1200" dirty="0" err="1"/>
              <a:t>req</a:t>
            </a:r>
            <a:endParaRPr lang="de-DE" sz="1200" dirty="0"/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683F7961-0C52-4030-A23C-817545ECA272}"/>
              </a:ext>
            </a:extLst>
          </p:cNvPr>
          <p:cNvCxnSpPr>
            <a:cxnSpLocks/>
          </p:cNvCxnSpPr>
          <p:nvPr/>
        </p:nvCxnSpPr>
        <p:spPr>
          <a:xfrm>
            <a:off x="7314485" y="928430"/>
            <a:ext cx="638018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D4098AF9-6ECD-41E1-9579-5DE4F4E3B915}"/>
              </a:ext>
            </a:extLst>
          </p:cNvPr>
          <p:cNvCxnSpPr>
            <a:cxnSpLocks/>
          </p:cNvCxnSpPr>
          <p:nvPr/>
        </p:nvCxnSpPr>
        <p:spPr>
          <a:xfrm flipV="1">
            <a:off x="7944114" y="610129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AC804DE6-C942-4CC4-9B33-E98A9142F1EC}"/>
              </a:ext>
            </a:extLst>
          </p:cNvPr>
          <p:cNvCxnSpPr>
            <a:cxnSpLocks/>
          </p:cNvCxnSpPr>
          <p:nvPr/>
        </p:nvCxnSpPr>
        <p:spPr>
          <a:xfrm>
            <a:off x="7944114" y="619436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 Verbindung mit Pfeil 84">
            <a:extLst>
              <a:ext uri="{FF2B5EF4-FFF2-40B4-BE49-F238E27FC236}">
                <a16:creationId xmlns:a16="http://schemas.microsoft.com/office/drawing/2014/main" id="{9B28CFD6-4DF8-42D4-A026-ED9302CCF8A5}"/>
              </a:ext>
            </a:extLst>
          </p:cNvPr>
          <p:cNvCxnSpPr>
            <a:cxnSpLocks/>
          </p:cNvCxnSpPr>
          <p:nvPr/>
        </p:nvCxnSpPr>
        <p:spPr>
          <a:xfrm flipV="1">
            <a:off x="8155538" y="622039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9874E5BA-927B-4E1A-9273-715850465B52}"/>
              </a:ext>
            </a:extLst>
          </p:cNvPr>
          <p:cNvCxnSpPr>
            <a:cxnSpLocks/>
          </p:cNvCxnSpPr>
          <p:nvPr/>
        </p:nvCxnSpPr>
        <p:spPr>
          <a:xfrm>
            <a:off x="8172105" y="928430"/>
            <a:ext cx="931690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43A39681-9C24-4C79-9FE4-584AC5C02E7F}"/>
              </a:ext>
            </a:extLst>
          </p:cNvPr>
          <p:cNvCxnSpPr>
            <a:cxnSpLocks/>
          </p:cNvCxnSpPr>
          <p:nvPr/>
        </p:nvCxnSpPr>
        <p:spPr>
          <a:xfrm flipV="1">
            <a:off x="9095406" y="367873"/>
            <a:ext cx="0" cy="5769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587013A8-DB62-4C67-AA4D-B3F7B375DB17}"/>
              </a:ext>
            </a:extLst>
          </p:cNvPr>
          <p:cNvCxnSpPr>
            <a:cxnSpLocks/>
          </p:cNvCxnSpPr>
          <p:nvPr/>
        </p:nvCxnSpPr>
        <p:spPr>
          <a:xfrm>
            <a:off x="9103795" y="377180"/>
            <a:ext cx="8154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2BA35960-E479-451A-ADED-2B796B1F8EE8}"/>
              </a:ext>
            </a:extLst>
          </p:cNvPr>
          <p:cNvCxnSpPr>
            <a:cxnSpLocks/>
          </p:cNvCxnSpPr>
          <p:nvPr/>
        </p:nvCxnSpPr>
        <p:spPr>
          <a:xfrm flipV="1">
            <a:off x="9919226" y="354131"/>
            <a:ext cx="0" cy="556663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AE15C03D-38B1-4D52-9108-64D9D05325CB}"/>
              </a:ext>
            </a:extLst>
          </p:cNvPr>
          <p:cNvCxnSpPr>
            <a:cxnSpLocks/>
          </p:cNvCxnSpPr>
          <p:nvPr/>
        </p:nvCxnSpPr>
        <p:spPr>
          <a:xfrm flipV="1">
            <a:off x="10466248" y="579803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EDEF0A93-EB84-4FBE-A6B1-1B9B377B7E78}"/>
              </a:ext>
            </a:extLst>
          </p:cNvPr>
          <p:cNvCxnSpPr>
            <a:cxnSpLocks/>
          </p:cNvCxnSpPr>
          <p:nvPr/>
        </p:nvCxnSpPr>
        <p:spPr>
          <a:xfrm>
            <a:off x="10466248" y="589110"/>
            <a:ext cx="219813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E8DAA67C-831E-4104-9CAF-5C938F35490B}"/>
              </a:ext>
            </a:extLst>
          </p:cNvPr>
          <p:cNvCxnSpPr>
            <a:cxnSpLocks/>
          </p:cNvCxnSpPr>
          <p:nvPr/>
        </p:nvCxnSpPr>
        <p:spPr>
          <a:xfrm flipV="1">
            <a:off x="10677672" y="591713"/>
            <a:ext cx="0" cy="32669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A5B3ED9B-1570-4EE0-ABE4-6E33711CD373}"/>
              </a:ext>
            </a:extLst>
          </p:cNvPr>
          <p:cNvCxnSpPr>
            <a:cxnSpLocks/>
          </p:cNvCxnSpPr>
          <p:nvPr/>
        </p:nvCxnSpPr>
        <p:spPr>
          <a:xfrm flipV="1">
            <a:off x="9912505" y="906493"/>
            <a:ext cx="576661" cy="3185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A6F2A130-C9AB-4986-BC4E-5A9378A8C452}"/>
              </a:ext>
            </a:extLst>
          </p:cNvPr>
          <p:cNvCxnSpPr>
            <a:cxnSpLocks/>
          </p:cNvCxnSpPr>
          <p:nvPr/>
        </p:nvCxnSpPr>
        <p:spPr>
          <a:xfrm>
            <a:off x="10669284" y="912447"/>
            <a:ext cx="220105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 Verbindung mit Pfeil 107">
            <a:extLst>
              <a:ext uri="{FF2B5EF4-FFF2-40B4-BE49-F238E27FC236}">
                <a16:creationId xmlns:a16="http://schemas.microsoft.com/office/drawing/2014/main" id="{4D67F64A-1752-4893-957C-AE368995F894}"/>
              </a:ext>
            </a:extLst>
          </p:cNvPr>
          <p:cNvCxnSpPr>
            <a:cxnSpLocks/>
          </p:cNvCxnSpPr>
          <p:nvPr/>
        </p:nvCxnSpPr>
        <p:spPr>
          <a:xfrm>
            <a:off x="2759293" y="3558121"/>
            <a:ext cx="579895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feld 108">
            <a:extLst>
              <a:ext uri="{FF2B5EF4-FFF2-40B4-BE49-F238E27FC236}">
                <a16:creationId xmlns:a16="http://schemas.microsoft.com/office/drawing/2014/main" id="{A7BDDADF-6FC5-4EE4-ADB4-74C6F8FF3ACB}"/>
              </a:ext>
            </a:extLst>
          </p:cNvPr>
          <p:cNvSpPr txBox="1"/>
          <p:nvPr/>
        </p:nvSpPr>
        <p:spPr>
          <a:xfrm>
            <a:off x="2435520" y="3423493"/>
            <a:ext cx="3858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085B489-C3B1-4C73-8016-5B429AD5B558}"/>
              </a:ext>
            </a:extLst>
          </p:cNvPr>
          <p:cNvSpPr txBox="1"/>
          <p:nvPr/>
        </p:nvSpPr>
        <p:spPr>
          <a:xfrm>
            <a:off x="2435065" y="3671890"/>
            <a:ext cx="38589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111" name="Gerade Verbindung mit Pfeil 110">
            <a:extLst>
              <a:ext uri="{FF2B5EF4-FFF2-40B4-BE49-F238E27FC236}">
                <a16:creationId xmlns:a16="http://schemas.microsoft.com/office/drawing/2014/main" id="{7DB2DFC4-35D3-42F1-9701-3919BC2FF149}"/>
              </a:ext>
            </a:extLst>
          </p:cNvPr>
          <p:cNvCxnSpPr>
            <a:cxnSpLocks/>
          </p:cNvCxnSpPr>
          <p:nvPr/>
        </p:nvCxnSpPr>
        <p:spPr>
          <a:xfrm>
            <a:off x="3339188" y="3818080"/>
            <a:ext cx="1174459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mit Pfeil 111">
            <a:extLst>
              <a:ext uri="{FF2B5EF4-FFF2-40B4-BE49-F238E27FC236}">
                <a16:creationId xmlns:a16="http://schemas.microsoft.com/office/drawing/2014/main" id="{26CBB521-97D5-4263-B8E8-4F31DC1D05CB}"/>
              </a:ext>
            </a:extLst>
          </p:cNvPr>
          <p:cNvCxnSpPr>
            <a:cxnSpLocks/>
          </p:cNvCxnSpPr>
          <p:nvPr/>
        </p:nvCxnSpPr>
        <p:spPr>
          <a:xfrm flipV="1">
            <a:off x="3339188" y="3582903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3FA87706-71EF-475E-BAB0-3167D4C8D23C}"/>
              </a:ext>
            </a:extLst>
          </p:cNvPr>
          <p:cNvCxnSpPr>
            <a:cxnSpLocks/>
          </p:cNvCxnSpPr>
          <p:nvPr/>
        </p:nvCxnSpPr>
        <p:spPr>
          <a:xfrm flipV="1">
            <a:off x="4501821" y="3567213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F06E99AA-FB5E-4C80-8AF4-1A1DD80271CE}"/>
              </a:ext>
            </a:extLst>
          </p:cNvPr>
          <p:cNvCxnSpPr>
            <a:cxnSpLocks/>
          </p:cNvCxnSpPr>
          <p:nvPr/>
        </p:nvCxnSpPr>
        <p:spPr>
          <a:xfrm>
            <a:off x="4501821" y="3558121"/>
            <a:ext cx="127501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mit Pfeil 114">
            <a:extLst>
              <a:ext uri="{FF2B5EF4-FFF2-40B4-BE49-F238E27FC236}">
                <a16:creationId xmlns:a16="http://schemas.microsoft.com/office/drawing/2014/main" id="{3FCBC10B-D5F8-42EE-9AA7-AA4DF34D6C28}"/>
              </a:ext>
            </a:extLst>
          </p:cNvPr>
          <p:cNvCxnSpPr>
            <a:cxnSpLocks/>
          </p:cNvCxnSpPr>
          <p:nvPr/>
        </p:nvCxnSpPr>
        <p:spPr>
          <a:xfrm>
            <a:off x="5776831" y="3790277"/>
            <a:ext cx="24915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75DE31CC-8A4B-4E50-8470-E55E0A3E43BF}"/>
              </a:ext>
            </a:extLst>
          </p:cNvPr>
          <p:cNvCxnSpPr>
            <a:cxnSpLocks/>
          </p:cNvCxnSpPr>
          <p:nvPr/>
        </p:nvCxnSpPr>
        <p:spPr>
          <a:xfrm flipV="1">
            <a:off x="5776831" y="3555100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27E79673-14D3-46FB-8AE9-E39BAD440EEB}"/>
              </a:ext>
            </a:extLst>
          </p:cNvPr>
          <p:cNvSpPr/>
          <p:nvPr/>
        </p:nvSpPr>
        <p:spPr>
          <a:xfrm>
            <a:off x="409917" y="4545326"/>
            <a:ext cx="1724503" cy="4845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ysClr val="windowText" lastClr="000000"/>
                </a:solidFill>
              </a:rPr>
              <a:t>scenario</a:t>
            </a:r>
            <a:endParaRPr lang="de-DE" sz="2800" dirty="0">
              <a:solidFill>
                <a:sysClr val="windowText" lastClr="000000"/>
              </a:solidFill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EFF6FF39-0079-45E1-B773-C97620FD1B0F}"/>
              </a:ext>
            </a:extLst>
          </p:cNvPr>
          <p:cNvSpPr txBox="1"/>
          <p:nvPr/>
        </p:nvSpPr>
        <p:spPr>
          <a:xfrm>
            <a:off x="2440288" y="4507424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</a:t>
            </a:r>
            <a:endParaRPr lang="de-DE" sz="1200" dirty="0"/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F346AF31-F7C8-4E3C-8AB7-D9E07188E0B7}"/>
              </a:ext>
            </a:extLst>
          </p:cNvPr>
          <p:cNvSpPr txBox="1"/>
          <p:nvPr/>
        </p:nvSpPr>
        <p:spPr>
          <a:xfrm>
            <a:off x="2439833" y="4755821"/>
            <a:ext cx="3858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D</a:t>
            </a:r>
            <a:endParaRPr lang="de-DE" sz="1200" dirty="0"/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6837AE28-E208-467D-9856-16EE4D732C44}"/>
              </a:ext>
            </a:extLst>
          </p:cNvPr>
          <p:cNvCxnSpPr>
            <a:cxnSpLocks/>
          </p:cNvCxnSpPr>
          <p:nvPr/>
        </p:nvCxnSpPr>
        <p:spPr>
          <a:xfrm>
            <a:off x="2779255" y="4616375"/>
            <a:ext cx="579895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A449B7D4-48C1-4B4D-9081-906CBBA6DD64}"/>
              </a:ext>
            </a:extLst>
          </p:cNvPr>
          <p:cNvCxnSpPr>
            <a:cxnSpLocks/>
          </p:cNvCxnSpPr>
          <p:nvPr/>
        </p:nvCxnSpPr>
        <p:spPr>
          <a:xfrm>
            <a:off x="3359150" y="4876334"/>
            <a:ext cx="1174459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C62927C2-1D53-4F9D-929E-4141B1D23EEF}"/>
              </a:ext>
            </a:extLst>
          </p:cNvPr>
          <p:cNvCxnSpPr>
            <a:cxnSpLocks/>
          </p:cNvCxnSpPr>
          <p:nvPr/>
        </p:nvCxnSpPr>
        <p:spPr>
          <a:xfrm flipV="1">
            <a:off x="3359150" y="4641157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Gerade Verbindung mit Pfeil 120">
            <a:extLst>
              <a:ext uri="{FF2B5EF4-FFF2-40B4-BE49-F238E27FC236}">
                <a16:creationId xmlns:a16="http://schemas.microsoft.com/office/drawing/2014/main" id="{C8B539C1-152F-4FD8-80D7-451701683DFC}"/>
              </a:ext>
            </a:extLst>
          </p:cNvPr>
          <p:cNvCxnSpPr>
            <a:cxnSpLocks/>
          </p:cNvCxnSpPr>
          <p:nvPr/>
        </p:nvCxnSpPr>
        <p:spPr>
          <a:xfrm flipV="1">
            <a:off x="4521783" y="4625467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4E8D818A-FA49-4BB6-9FEB-F775737AFE9A}"/>
              </a:ext>
            </a:extLst>
          </p:cNvPr>
          <p:cNvCxnSpPr>
            <a:cxnSpLocks/>
          </p:cNvCxnSpPr>
          <p:nvPr/>
        </p:nvCxnSpPr>
        <p:spPr>
          <a:xfrm>
            <a:off x="4521783" y="4616375"/>
            <a:ext cx="127501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mit Pfeil 122">
            <a:extLst>
              <a:ext uri="{FF2B5EF4-FFF2-40B4-BE49-F238E27FC236}">
                <a16:creationId xmlns:a16="http://schemas.microsoft.com/office/drawing/2014/main" id="{787EA0D3-E357-4479-B000-DC8BFB9E8A09}"/>
              </a:ext>
            </a:extLst>
          </p:cNvPr>
          <p:cNvCxnSpPr>
            <a:cxnSpLocks/>
          </p:cNvCxnSpPr>
          <p:nvPr/>
        </p:nvCxnSpPr>
        <p:spPr>
          <a:xfrm>
            <a:off x="5796793" y="4848531"/>
            <a:ext cx="249153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Gerade Verbindung mit Pfeil 123">
            <a:extLst>
              <a:ext uri="{FF2B5EF4-FFF2-40B4-BE49-F238E27FC236}">
                <a16:creationId xmlns:a16="http://schemas.microsoft.com/office/drawing/2014/main" id="{89209EF7-79FF-4D67-8A26-746589F47671}"/>
              </a:ext>
            </a:extLst>
          </p:cNvPr>
          <p:cNvCxnSpPr>
            <a:cxnSpLocks/>
          </p:cNvCxnSpPr>
          <p:nvPr/>
        </p:nvCxnSpPr>
        <p:spPr>
          <a:xfrm flipV="1">
            <a:off x="5796793" y="4613354"/>
            <a:ext cx="0" cy="235177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22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A97CFE45-0268-415E-8308-DBDC397908ED}"/>
              </a:ext>
            </a:extLst>
          </p:cNvPr>
          <p:cNvSpPr/>
          <p:nvPr/>
        </p:nvSpPr>
        <p:spPr>
          <a:xfrm>
            <a:off x="1700250" y="392736"/>
            <a:ext cx="6085298" cy="4620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Partner ECU </a:t>
            </a:r>
            <a:r>
              <a:rPr lang="fr-FR" dirty="0" err="1">
                <a:solidFill>
                  <a:schemeClr val="tx1"/>
                </a:solidFill>
              </a:rPr>
              <a:t>sim</a:t>
            </a:r>
            <a:r>
              <a:rPr lang="fr-FR" dirty="0">
                <a:solidFill>
                  <a:schemeClr val="tx1"/>
                </a:solidFill>
              </a:rPr>
              <a:t> (FMU)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8E2776-45FC-492D-82AA-AB0902659D40}"/>
              </a:ext>
            </a:extLst>
          </p:cNvPr>
          <p:cNvSpPr/>
          <p:nvPr/>
        </p:nvSpPr>
        <p:spPr>
          <a:xfrm>
            <a:off x="50333" y="434768"/>
            <a:ext cx="1313461" cy="251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Driver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19A265-2393-4E70-9361-47CF7DB1B141}"/>
              </a:ext>
            </a:extLst>
          </p:cNvPr>
          <p:cNvSpPr/>
          <p:nvPr/>
        </p:nvSpPr>
        <p:spPr>
          <a:xfrm>
            <a:off x="50334" y="794158"/>
            <a:ext cx="1313460" cy="251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ADAS</a:t>
            </a: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2BFF8FE2-9C85-4EC2-8A91-6C5C142A3FD5}"/>
              </a:ext>
            </a:extLst>
          </p:cNvPr>
          <p:cNvSpPr/>
          <p:nvPr/>
        </p:nvSpPr>
        <p:spPr>
          <a:xfrm>
            <a:off x="1820411" y="684402"/>
            <a:ext cx="872455" cy="83190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If </a:t>
            </a:r>
            <a:r>
              <a:rPr lang="fr-FR" sz="1000" dirty="0" err="1"/>
              <a:t>axd</a:t>
            </a:r>
            <a:r>
              <a:rPr lang="fr-FR" sz="1000" dirty="0"/>
              <a:t> == axa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E207FFD-8597-4D61-BDF6-FD3FFC673AA4}"/>
              </a:ext>
            </a:extLst>
          </p:cNvPr>
          <p:cNvCxnSpPr>
            <a:cxnSpLocks/>
          </p:cNvCxnSpPr>
          <p:nvPr/>
        </p:nvCxnSpPr>
        <p:spPr>
          <a:xfrm>
            <a:off x="1425209" y="562063"/>
            <a:ext cx="273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36349AC-1369-4B4F-A049-E458247CDF85}"/>
              </a:ext>
            </a:extLst>
          </p:cNvPr>
          <p:cNvCxnSpPr>
            <a:cxnSpLocks/>
          </p:cNvCxnSpPr>
          <p:nvPr/>
        </p:nvCxnSpPr>
        <p:spPr>
          <a:xfrm>
            <a:off x="1425209" y="919993"/>
            <a:ext cx="302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D77EDA9-B66D-4134-B57F-9D27275821EC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>
            <a:off x="2256639" y="1516310"/>
            <a:ext cx="2296414" cy="1006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437EB35-6DE5-4666-88E1-1FF529B46FFE}"/>
              </a:ext>
            </a:extLst>
          </p:cNvPr>
          <p:cNvSpPr/>
          <p:nvPr/>
        </p:nvSpPr>
        <p:spPr>
          <a:xfrm>
            <a:off x="4553053" y="2397428"/>
            <a:ext cx="1232662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axa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AE8B4B-8DFD-422D-A3DA-B2AFE6A24093}"/>
              </a:ext>
            </a:extLst>
          </p:cNvPr>
          <p:cNvSpPr txBox="1"/>
          <p:nvPr/>
        </p:nvSpPr>
        <p:spPr>
          <a:xfrm>
            <a:off x="2256638" y="1516310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D36D6-1F36-4C85-9763-55616148CF78}"/>
              </a:ext>
            </a:extLst>
          </p:cNvPr>
          <p:cNvSpPr/>
          <p:nvPr/>
        </p:nvSpPr>
        <p:spPr>
          <a:xfrm>
            <a:off x="8340642" y="99116"/>
            <a:ext cx="2376989" cy="6461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Longitudinal Controller (FMU)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D2A30C08-F813-47A5-9727-B95F4B1CDAFE}"/>
              </a:ext>
            </a:extLst>
          </p:cNvPr>
          <p:cNvCxnSpPr/>
          <p:nvPr/>
        </p:nvCxnSpPr>
        <p:spPr>
          <a:xfrm>
            <a:off x="2718033" y="1068199"/>
            <a:ext cx="37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au 14">
            <a:extLst>
              <a:ext uri="{FF2B5EF4-FFF2-40B4-BE49-F238E27FC236}">
                <a16:creationId xmlns:a16="http://schemas.microsoft.com/office/drawing/2014/main" id="{4015F6E4-FB08-4354-8B77-0300AECB7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544819"/>
              </p:ext>
            </p:extLst>
          </p:nvPr>
        </p:nvGraphicFramePr>
        <p:xfrm>
          <a:off x="3129091" y="677913"/>
          <a:ext cx="4630724" cy="1209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81">
                  <a:extLst>
                    <a:ext uri="{9D8B030D-6E8A-4147-A177-3AD203B41FA5}">
                      <a16:colId xmlns:a16="http://schemas.microsoft.com/office/drawing/2014/main" val="2777180845"/>
                    </a:ext>
                  </a:extLst>
                </a:gridCol>
                <a:gridCol w="1157683">
                  <a:extLst>
                    <a:ext uri="{9D8B030D-6E8A-4147-A177-3AD203B41FA5}">
                      <a16:colId xmlns:a16="http://schemas.microsoft.com/office/drawing/2014/main" val="277706883"/>
                    </a:ext>
                  </a:extLst>
                </a:gridCol>
                <a:gridCol w="1157679">
                  <a:extLst>
                    <a:ext uri="{9D8B030D-6E8A-4147-A177-3AD203B41FA5}">
                      <a16:colId xmlns:a16="http://schemas.microsoft.com/office/drawing/2014/main" val="4004835797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4051038229"/>
                    </a:ext>
                  </a:extLst>
                </a:gridCol>
              </a:tblGrid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Driver\</a:t>
                      </a:r>
                    </a:p>
                    <a:p>
                      <a:r>
                        <a:rPr lang="fr-FR" sz="800" dirty="0"/>
                        <a:t>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43501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102140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6166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23648"/>
                  </a:ext>
                </a:extLst>
              </a:tr>
            </a:tbl>
          </a:graphicData>
        </a:graphic>
      </p:graphicFrame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6AFA4B1-636E-454F-8CF7-0C7ABD38BF26}"/>
              </a:ext>
            </a:extLst>
          </p:cNvPr>
          <p:cNvCxnSpPr>
            <a:cxnSpLocks/>
          </p:cNvCxnSpPr>
          <p:nvPr/>
        </p:nvCxnSpPr>
        <p:spPr>
          <a:xfrm>
            <a:off x="10751708" y="3226381"/>
            <a:ext cx="274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071949E-A3E0-4BA6-8687-7C3BDBAD2985}"/>
              </a:ext>
            </a:extLst>
          </p:cNvPr>
          <p:cNvCxnSpPr>
            <a:cxnSpLocks/>
          </p:cNvCxnSpPr>
          <p:nvPr/>
        </p:nvCxnSpPr>
        <p:spPr>
          <a:xfrm flipV="1">
            <a:off x="8749579" y="1100047"/>
            <a:ext cx="0" cy="1459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9445756-6572-459F-86BA-CE9334FBEB4D}"/>
              </a:ext>
            </a:extLst>
          </p:cNvPr>
          <p:cNvCxnSpPr>
            <a:cxnSpLocks/>
          </p:cNvCxnSpPr>
          <p:nvPr/>
        </p:nvCxnSpPr>
        <p:spPr>
          <a:xfrm>
            <a:off x="8603469" y="2418517"/>
            <a:ext cx="1684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D6D5F630-5880-49FC-A378-DBC5DE14AF99}"/>
              </a:ext>
            </a:extLst>
          </p:cNvPr>
          <p:cNvSpPr txBox="1"/>
          <p:nvPr/>
        </p:nvSpPr>
        <p:spPr>
          <a:xfrm>
            <a:off x="8288185" y="1100047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Hvm</a:t>
            </a:r>
            <a:r>
              <a:rPr lang="fr-FR" sz="700" dirty="0"/>
              <a:t> </a:t>
            </a:r>
            <a:r>
              <a:rPr lang="fr-FR" sz="700" dirty="0" err="1"/>
              <a:t>ax</a:t>
            </a:r>
            <a:endParaRPr lang="fr-FR" sz="700" dirty="0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73B1154D-AD91-4664-8DFB-BB1DC655B731}"/>
              </a:ext>
            </a:extLst>
          </p:cNvPr>
          <p:cNvCxnSpPr/>
          <p:nvPr/>
        </p:nvCxnSpPr>
        <p:spPr>
          <a:xfrm>
            <a:off x="8749579" y="1537614"/>
            <a:ext cx="14093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DFB4694-BD06-4954-A178-70C64557D8F7}"/>
              </a:ext>
            </a:extLst>
          </p:cNvPr>
          <p:cNvSpPr txBox="1"/>
          <p:nvPr/>
        </p:nvSpPr>
        <p:spPr>
          <a:xfrm>
            <a:off x="10158930" y="1427297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ax</a:t>
            </a:r>
            <a:r>
              <a:rPr lang="fr-FR" sz="700" dirty="0"/>
              <a:t> </a:t>
            </a:r>
            <a:r>
              <a:rPr lang="fr-FR" sz="700" dirty="0" err="1"/>
              <a:t>req</a:t>
            </a:r>
            <a:endParaRPr lang="fr-FR" sz="700" dirty="0"/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EAE17E9-9C4F-4160-9A51-F31D0104346A}"/>
              </a:ext>
            </a:extLst>
          </p:cNvPr>
          <p:cNvSpPr/>
          <p:nvPr/>
        </p:nvSpPr>
        <p:spPr>
          <a:xfrm>
            <a:off x="8813329" y="1546006"/>
            <a:ext cx="1345601" cy="402858"/>
          </a:xfrm>
          <a:custGeom>
            <a:avLst/>
            <a:gdLst>
              <a:gd name="connsiteX0" fmla="*/ 0 w 1512685"/>
              <a:gd name="connsiteY0" fmla="*/ 482699 h 482699"/>
              <a:gd name="connsiteX1" fmla="*/ 587230 w 1512685"/>
              <a:gd name="connsiteY1" fmla="*/ 147139 h 482699"/>
              <a:gd name="connsiteX2" fmla="*/ 1417740 w 1512685"/>
              <a:gd name="connsiteY2" fmla="*/ 12916 h 482699"/>
              <a:gd name="connsiteX3" fmla="*/ 1459685 w 1512685"/>
              <a:gd name="connsiteY3" fmla="*/ 12916 h 4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85" h="482699">
                <a:moveTo>
                  <a:pt x="0" y="482699"/>
                </a:moveTo>
                <a:cubicBezTo>
                  <a:pt x="175470" y="354067"/>
                  <a:pt x="350940" y="225436"/>
                  <a:pt x="587230" y="147139"/>
                </a:cubicBezTo>
                <a:cubicBezTo>
                  <a:pt x="823520" y="68842"/>
                  <a:pt x="1272331" y="35286"/>
                  <a:pt x="1417740" y="12916"/>
                </a:cubicBezTo>
                <a:cubicBezTo>
                  <a:pt x="1563149" y="-9455"/>
                  <a:pt x="1511417" y="1730"/>
                  <a:pt x="1459685" y="1291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0C9BEC9-C7B1-4D35-94F7-C6F34D6504AE}"/>
              </a:ext>
            </a:extLst>
          </p:cNvPr>
          <p:cNvSpPr txBox="1"/>
          <p:nvPr/>
        </p:nvSpPr>
        <p:spPr>
          <a:xfrm>
            <a:off x="10300842" y="2318489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time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A88EE097-F9BD-4174-8AF9-1978B1008277}"/>
              </a:ext>
            </a:extLst>
          </p:cNvPr>
          <p:cNvCxnSpPr>
            <a:cxnSpLocks/>
          </p:cNvCxnSpPr>
          <p:nvPr/>
        </p:nvCxnSpPr>
        <p:spPr>
          <a:xfrm>
            <a:off x="1369901" y="208276"/>
            <a:ext cx="691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17FAEC63-C47B-47E4-B222-B24C55B6CAD4}"/>
              </a:ext>
            </a:extLst>
          </p:cNvPr>
          <p:cNvSpPr/>
          <p:nvPr/>
        </p:nvSpPr>
        <p:spPr>
          <a:xfrm>
            <a:off x="56166" y="75138"/>
            <a:ext cx="1301793" cy="266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ax</a:t>
            </a:r>
            <a:endParaRPr lang="fr-FR" sz="11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89CA99-E299-45A4-B7B1-BD437CA8F2C5}"/>
              </a:ext>
            </a:extLst>
          </p:cNvPr>
          <p:cNvSpPr/>
          <p:nvPr/>
        </p:nvSpPr>
        <p:spPr>
          <a:xfrm>
            <a:off x="6518252" y="2489025"/>
            <a:ext cx="1232662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Vehicle </a:t>
            </a:r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endParaRPr lang="fr-FR" sz="1100" dirty="0"/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39797D0D-D2DB-41F7-8C26-C09B851CD8FD}"/>
              </a:ext>
            </a:extLst>
          </p:cNvPr>
          <p:cNvCxnSpPr>
            <a:cxnSpLocks/>
            <a:stCxn id="83" idx="4"/>
            <a:endCxn id="84" idx="1"/>
          </p:cNvCxnSpPr>
          <p:nvPr/>
        </p:nvCxnSpPr>
        <p:spPr>
          <a:xfrm>
            <a:off x="4638582" y="2206773"/>
            <a:ext cx="745065" cy="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C7408A30-7B5C-4630-A31F-C3BD9FFF9FDE}"/>
              </a:ext>
            </a:extLst>
          </p:cNvPr>
          <p:cNvCxnSpPr>
            <a:cxnSpLocks/>
          </p:cNvCxnSpPr>
          <p:nvPr/>
        </p:nvCxnSpPr>
        <p:spPr>
          <a:xfrm flipH="1" flipV="1">
            <a:off x="4445464" y="1068199"/>
            <a:ext cx="100670" cy="995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4B9E4FE-8907-41A0-93F4-07A81B2ED4E6}"/>
              </a:ext>
            </a:extLst>
          </p:cNvPr>
          <p:cNvCxnSpPr>
            <a:cxnSpLocks/>
          </p:cNvCxnSpPr>
          <p:nvPr/>
        </p:nvCxnSpPr>
        <p:spPr>
          <a:xfrm flipV="1">
            <a:off x="4655892" y="973124"/>
            <a:ext cx="1086379" cy="113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D982D7BB-FC91-4CCB-93F7-7BB9B10AE0A1}"/>
              </a:ext>
            </a:extLst>
          </p:cNvPr>
          <p:cNvCxnSpPr>
            <a:cxnSpLocks/>
          </p:cNvCxnSpPr>
          <p:nvPr/>
        </p:nvCxnSpPr>
        <p:spPr>
          <a:xfrm flipV="1">
            <a:off x="4707622" y="1068199"/>
            <a:ext cx="2036425" cy="1072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0904B4B8-B973-45B7-B350-FBCBA4DD1FC9}"/>
              </a:ext>
            </a:extLst>
          </p:cNvPr>
          <p:cNvCxnSpPr>
            <a:cxnSpLocks/>
          </p:cNvCxnSpPr>
          <p:nvPr/>
        </p:nvCxnSpPr>
        <p:spPr>
          <a:xfrm flipV="1">
            <a:off x="4588776" y="1220599"/>
            <a:ext cx="9088" cy="84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D0EC79C9-68DE-40C2-B9C6-CC9F9AAE446C}"/>
              </a:ext>
            </a:extLst>
          </p:cNvPr>
          <p:cNvCxnSpPr>
            <a:cxnSpLocks/>
          </p:cNvCxnSpPr>
          <p:nvPr/>
        </p:nvCxnSpPr>
        <p:spPr>
          <a:xfrm flipV="1">
            <a:off x="4655892" y="1516310"/>
            <a:ext cx="225799" cy="54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4F67795B-FE25-4A68-A79D-F9E38E6FE26F}"/>
              </a:ext>
            </a:extLst>
          </p:cNvPr>
          <p:cNvCxnSpPr>
            <a:cxnSpLocks/>
          </p:cNvCxnSpPr>
          <p:nvPr/>
        </p:nvCxnSpPr>
        <p:spPr>
          <a:xfrm flipV="1">
            <a:off x="4667796" y="1375335"/>
            <a:ext cx="1003177" cy="74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85EBA291-704B-422A-82F9-2275D3588B0E}"/>
              </a:ext>
            </a:extLst>
          </p:cNvPr>
          <p:cNvCxnSpPr>
            <a:cxnSpLocks/>
          </p:cNvCxnSpPr>
          <p:nvPr/>
        </p:nvCxnSpPr>
        <p:spPr>
          <a:xfrm flipV="1">
            <a:off x="4721603" y="1296100"/>
            <a:ext cx="2074174" cy="886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110A31DB-D9B2-4676-97D5-28CE1A9E29E6}"/>
              </a:ext>
            </a:extLst>
          </p:cNvPr>
          <p:cNvCxnSpPr>
            <a:cxnSpLocks/>
          </p:cNvCxnSpPr>
          <p:nvPr/>
        </p:nvCxnSpPr>
        <p:spPr>
          <a:xfrm flipV="1">
            <a:off x="4721603" y="1471802"/>
            <a:ext cx="1020668" cy="619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ED4EF310-4C2B-48B2-9361-FCCE25010107}"/>
              </a:ext>
            </a:extLst>
          </p:cNvPr>
          <p:cNvSpPr/>
          <p:nvPr/>
        </p:nvSpPr>
        <p:spPr>
          <a:xfrm>
            <a:off x="4466257" y="1912123"/>
            <a:ext cx="344649" cy="294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6C859B9-5ED2-4B28-AEEF-ABF522617DD8}"/>
              </a:ext>
            </a:extLst>
          </p:cNvPr>
          <p:cNvSpPr/>
          <p:nvPr/>
        </p:nvSpPr>
        <p:spPr>
          <a:xfrm>
            <a:off x="5383647" y="2087380"/>
            <a:ext cx="1313575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truth</a:t>
            </a:r>
            <a:r>
              <a:rPr lang="fr-FR" sz="1100" dirty="0"/>
              <a:t> table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26AB7DF-25B0-47AB-97BB-5609266E9F8C}"/>
              </a:ext>
            </a:extLst>
          </p:cNvPr>
          <p:cNvSpPr/>
          <p:nvPr/>
        </p:nvSpPr>
        <p:spPr>
          <a:xfrm>
            <a:off x="96291" y="5570223"/>
            <a:ext cx="1302280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v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70F0DD04-ABE3-44A5-9072-C687BC198E54}"/>
              </a:ext>
            </a:extLst>
          </p:cNvPr>
          <p:cNvCxnSpPr>
            <a:cxnSpLocks/>
          </p:cNvCxnSpPr>
          <p:nvPr/>
        </p:nvCxnSpPr>
        <p:spPr>
          <a:xfrm>
            <a:off x="1425209" y="5746792"/>
            <a:ext cx="6863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5A42767-962A-4713-AFA6-119AFABE676D}"/>
              </a:ext>
            </a:extLst>
          </p:cNvPr>
          <p:cNvSpPr/>
          <p:nvPr/>
        </p:nvSpPr>
        <p:spPr>
          <a:xfrm>
            <a:off x="11081857" y="3115504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DM/</a:t>
            </a:r>
            <a:r>
              <a:rPr lang="fr-FR" sz="1100" dirty="0" err="1"/>
              <a:t>VC.Gas</a:t>
            </a:r>
            <a:endParaRPr lang="fr-FR" sz="11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8D47C5E-B1C1-4170-9E06-665D845BC600}"/>
              </a:ext>
            </a:extLst>
          </p:cNvPr>
          <p:cNvSpPr/>
          <p:nvPr/>
        </p:nvSpPr>
        <p:spPr>
          <a:xfrm>
            <a:off x="11081857" y="2800393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DM/</a:t>
            </a:r>
            <a:r>
              <a:rPr lang="fr-FR" sz="1100" dirty="0" err="1"/>
              <a:t>VC.Brake</a:t>
            </a:r>
            <a:endParaRPr lang="fr-FR" sz="1100" dirty="0"/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200BFB37-E793-48B8-9606-746691E7748E}"/>
              </a:ext>
            </a:extLst>
          </p:cNvPr>
          <p:cNvSpPr txBox="1"/>
          <p:nvPr/>
        </p:nvSpPr>
        <p:spPr>
          <a:xfrm>
            <a:off x="9082691" y="1800166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PID </a:t>
            </a:r>
          </a:p>
        </p:txBody>
      </p:sp>
      <p:pic>
        <p:nvPicPr>
          <p:cNvPr id="102" name="Image 101">
            <a:extLst>
              <a:ext uri="{FF2B5EF4-FFF2-40B4-BE49-F238E27FC236}">
                <a16:creationId xmlns:a16="http://schemas.microsoft.com/office/drawing/2014/main" id="{13822C29-9E1B-41C1-A6C9-2466EECF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153" y="1730378"/>
            <a:ext cx="1192749" cy="539685"/>
          </a:xfrm>
          <a:prstGeom prst="rect">
            <a:avLst/>
          </a:prstGeom>
        </p:spPr>
      </p:pic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9AEE64B0-E701-48AF-9A14-E166AFA1B463}"/>
              </a:ext>
            </a:extLst>
          </p:cNvPr>
          <p:cNvCxnSpPr>
            <a:cxnSpLocks/>
          </p:cNvCxnSpPr>
          <p:nvPr/>
        </p:nvCxnSpPr>
        <p:spPr>
          <a:xfrm flipV="1">
            <a:off x="8710570" y="4545955"/>
            <a:ext cx="0" cy="1459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BFE63B4A-7D72-4D55-A957-8BE4DFC045FA}"/>
              </a:ext>
            </a:extLst>
          </p:cNvPr>
          <p:cNvCxnSpPr>
            <a:cxnSpLocks/>
          </p:cNvCxnSpPr>
          <p:nvPr/>
        </p:nvCxnSpPr>
        <p:spPr>
          <a:xfrm>
            <a:off x="8564460" y="5864425"/>
            <a:ext cx="1684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E220B842-7BE4-4FE6-B405-EA094025115F}"/>
              </a:ext>
            </a:extLst>
          </p:cNvPr>
          <p:cNvSpPr txBox="1"/>
          <p:nvPr/>
        </p:nvSpPr>
        <p:spPr>
          <a:xfrm>
            <a:off x="8349844" y="4545955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Hvm</a:t>
            </a:r>
            <a:r>
              <a:rPr lang="fr-FR" sz="700" dirty="0"/>
              <a:t> v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186F358D-CA00-4B11-8226-BA9CB1154914}"/>
              </a:ext>
            </a:extLst>
          </p:cNvPr>
          <p:cNvSpPr txBox="1"/>
          <p:nvPr/>
        </p:nvSpPr>
        <p:spPr>
          <a:xfrm>
            <a:off x="10261833" y="5764397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time</a:t>
            </a:r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AF309976-F962-4C37-B37F-3DECE6EE3F1E}"/>
              </a:ext>
            </a:extLst>
          </p:cNvPr>
          <p:cNvCxnSpPr/>
          <p:nvPr/>
        </p:nvCxnSpPr>
        <p:spPr>
          <a:xfrm>
            <a:off x="8710570" y="4964762"/>
            <a:ext cx="14093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orme libre : forme 108">
            <a:extLst>
              <a:ext uri="{FF2B5EF4-FFF2-40B4-BE49-F238E27FC236}">
                <a16:creationId xmlns:a16="http://schemas.microsoft.com/office/drawing/2014/main" id="{829740EC-6BB3-46C4-BFB6-22895765E62A}"/>
              </a:ext>
            </a:extLst>
          </p:cNvPr>
          <p:cNvSpPr/>
          <p:nvPr/>
        </p:nvSpPr>
        <p:spPr>
          <a:xfrm>
            <a:off x="8710570" y="4995438"/>
            <a:ext cx="1345601" cy="402858"/>
          </a:xfrm>
          <a:custGeom>
            <a:avLst/>
            <a:gdLst>
              <a:gd name="connsiteX0" fmla="*/ 0 w 1512685"/>
              <a:gd name="connsiteY0" fmla="*/ 482699 h 482699"/>
              <a:gd name="connsiteX1" fmla="*/ 587230 w 1512685"/>
              <a:gd name="connsiteY1" fmla="*/ 147139 h 482699"/>
              <a:gd name="connsiteX2" fmla="*/ 1417740 w 1512685"/>
              <a:gd name="connsiteY2" fmla="*/ 12916 h 482699"/>
              <a:gd name="connsiteX3" fmla="*/ 1459685 w 1512685"/>
              <a:gd name="connsiteY3" fmla="*/ 12916 h 4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85" h="482699">
                <a:moveTo>
                  <a:pt x="0" y="482699"/>
                </a:moveTo>
                <a:cubicBezTo>
                  <a:pt x="175470" y="354067"/>
                  <a:pt x="350940" y="225436"/>
                  <a:pt x="587230" y="147139"/>
                </a:cubicBezTo>
                <a:cubicBezTo>
                  <a:pt x="823520" y="68842"/>
                  <a:pt x="1272331" y="35286"/>
                  <a:pt x="1417740" y="12916"/>
                </a:cubicBezTo>
                <a:cubicBezTo>
                  <a:pt x="1563149" y="-9455"/>
                  <a:pt x="1511417" y="1730"/>
                  <a:pt x="1459685" y="1291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ECB4759-80C8-48E2-8040-AD3F9B2BC5CB}"/>
              </a:ext>
            </a:extLst>
          </p:cNvPr>
          <p:cNvSpPr txBox="1"/>
          <p:nvPr/>
        </p:nvSpPr>
        <p:spPr>
          <a:xfrm>
            <a:off x="8979932" y="5249598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PID </a:t>
            </a:r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7110B729-8D7F-487E-9860-8150D7DC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876" y="5234144"/>
            <a:ext cx="1102593" cy="488726"/>
          </a:xfrm>
          <a:prstGeom prst="rect">
            <a:avLst/>
          </a:prstGeom>
        </p:spPr>
      </p:pic>
      <p:pic>
        <p:nvPicPr>
          <p:cNvPr id="116" name="Image 115">
            <a:extLst>
              <a:ext uri="{FF2B5EF4-FFF2-40B4-BE49-F238E27FC236}">
                <a16:creationId xmlns:a16="http://schemas.microsoft.com/office/drawing/2014/main" id="{0DB9AA1B-8BEE-4111-BAC7-DB9600B4C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752" y="99116"/>
            <a:ext cx="80918" cy="66176"/>
          </a:xfrm>
          <a:prstGeom prst="rect">
            <a:avLst/>
          </a:prstGeom>
        </p:spPr>
      </p:pic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8350FE3A-CD29-4122-8AD9-726B73229E3A}"/>
              </a:ext>
            </a:extLst>
          </p:cNvPr>
          <p:cNvCxnSpPr>
            <a:cxnSpLocks/>
            <a:stCxn id="31" idx="2"/>
            <a:endCxn id="56" idx="1"/>
          </p:cNvCxnSpPr>
          <p:nvPr/>
        </p:nvCxnSpPr>
        <p:spPr>
          <a:xfrm flipV="1">
            <a:off x="5169384" y="2642881"/>
            <a:ext cx="1348868" cy="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7F1D4E-13D0-4C51-B6C6-F1EE0FEE1121}"/>
              </a:ext>
            </a:extLst>
          </p:cNvPr>
          <p:cNvSpPr/>
          <p:nvPr/>
        </p:nvSpPr>
        <p:spPr>
          <a:xfrm>
            <a:off x="81455" y="5874232"/>
            <a:ext cx="1305449" cy="3077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target</a:t>
            </a:r>
            <a:r>
              <a:rPr lang="fr-FR" sz="1100" dirty="0"/>
              <a:t> </a:t>
            </a:r>
            <a:r>
              <a:rPr lang="fr-FR" sz="1100" dirty="0" err="1"/>
              <a:t>velocity</a:t>
            </a:r>
            <a:endParaRPr lang="fr-FR" sz="11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FBC517A-3697-4B1E-8154-DC6EB1A7A2D5}"/>
              </a:ext>
            </a:extLst>
          </p:cNvPr>
          <p:cNvSpPr/>
          <p:nvPr/>
        </p:nvSpPr>
        <p:spPr>
          <a:xfrm>
            <a:off x="82423" y="6235822"/>
            <a:ext cx="1305449" cy="3077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target</a:t>
            </a:r>
            <a:r>
              <a:rPr lang="fr-FR" sz="1100" dirty="0"/>
              <a:t> </a:t>
            </a:r>
            <a:r>
              <a:rPr lang="fr-FR" sz="1100" dirty="0" err="1"/>
              <a:t>velocity</a:t>
            </a:r>
            <a:r>
              <a:rPr lang="fr-FR" sz="1100" dirty="0"/>
              <a:t> flag</a:t>
            </a: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058B0259-BF24-4E59-BDAE-99B18CA047FD}"/>
              </a:ext>
            </a:extLst>
          </p:cNvPr>
          <p:cNvCxnSpPr>
            <a:cxnSpLocks/>
          </p:cNvCxnSpPr>
          <p:nvPr/>
        </p:nvCxnSpPr>
        <p:spPr>
          <a:xfrm>
            <a:off x="7813429" y="2640709"/>
            <a:ext cx="49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5AC6FEE-65A6-4D74-A4BC-0A127DFA3269}"/>
              </a:ext>
            </a:extLst>
          </p:cNvPr>
          <p:cNvSpPr/>
          <p:nvPr/>
        </p:nvSpPr>
        <p:spPr>
          <a:xfrm>
            <a:off x="6454366" y="4553635"/>
            <a:ext cx="1305449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 Vehicle </a:t>
            </a:r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endParaRPr lang="fr-FR" sz="1100" dirty="0"/>
          </a:p>
        </p:txBody>
      </p: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4855A745-4B85-443D-ABD5-4A632852767C}"/>
              </a:ext>
            </a:extLst>
          </p:cNvPr>
          <p:cNvCxnSpPr>
            <a:cxnSpLocks/>
            <a:stCxn id="83" idx="6"/>
          </p:cNvCxnSpPr>
          <p:nvPr/>
        </p:nvCxnSpPr>
        <p:spPr>
          <a:xfrm flipV="1">
            <a:off x="4810906" y="1657121"/>
            <a:ext cx="1960444" cy="402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05E92ED0-1FE1-4194-958F-0ADA03C32C83}"/>
              </a:ext>
            </a:extLst>
          </p:cNvPr>
          <p:cNvCxnSpPr>
            <a:cxnSpLocks/>
            <a:stCxn id="84" idx="2"/>
            <a:endCxn id="56" idx="1"/>
          </p:cNvCxnSpPr>
          <p:nvPr/>
        </p:nvCxnSpPr>
        <p:spPr>
          <a:xfrm>
            <a:off x="6040435" y="2339050"/>
            <a:ext cx="477817" cy="303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>
            <a:extLst>
              <a:ext uri="{FF2B5EF4-FFF2-40B4-BE49-F238E27FC236}">
                <a16:creationId xmlns:a16="http://schemas.microsoft.com/office/drawing/2014/main" id="{089653AF-64FA-4D29-889E-4434B10E66CA}"/>
              </a:ext>
            </a:extLst>
          </p:cNvPr>
          <p:cNvCxnSpPr>
            <a:cxnSpLocks/>
          </p:cNvCxnSpPr>
          <p:nvPr/>
        </p:nvCxnSpPr>
        <p:spPr>
          <a:xfrm>
            <a:off x="10762236" y="2925892"/>
            <a:ext cx="285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72">
            <a:extLst>
              <a:ext uri="{FF2B5EF4-FFF2-40B4-BE49-F238E27FC236}">
                <a16:creationId xmlns:a16="http://schemas.microsoft.com/office/drawing/2014/main" id="{CB456074-676B-414F-B9C0-8330EF59C1D5}"/>
              </a:ext>
            </a:extLst>
          </p:cNvPr>
          <p:cNvCxnSpPr>
            <a:cxnSpLocks/>
          </p:cNvCxnSpPr>
          <p:nvPr/>
        </p:nvCxnSpPr>
        <p:spPr>
          <a:xfrm>
            <a:off x="1425209" y="6058190"/>
            <a:ext cx="6863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C5A02932-1213-4D7B-BAB9-E15F550E67BD}"/>
              </a:ext>
            </a:extLst>
          </p:cNvPr>
          <p:cNvCxnSpPr>
            <a:cxnSpLocks/>
          </p:cNvCxnSpPr>
          <p:nvPr/>
        </p:nvCxnSpPr>
        <p:spPr>
          <a:xfrm>
            <a:off x="1383474" y="6403901"/>
            <a:ext cx="69054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Losange 178">
            <a:extLst>
              <a:ext uri="{FF2B5EF4-FFF2-40B4-BE49-F238E27FC236}">
                <a16:creationId xmlns:a16="http://schemas.microsoft.com/office/drawing/2014/main" id="{84E9671A-69EC-4277-B97D-2B4737C600EB}"/>
              </a:ext>
            </a:extLst>
          </p:cNvPr>
          <p:cNvSpPr/>
          <p:nvPr/>
        </p:nvSpPr>
        <p:spPr>
          <a:xfrm>
            <a:off x="8768544" y="2889497"/>
            <a:ext cx="1500748" cy="118392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If </a:t>
            </a:r>
            <a:r>
              <a:rPr lang="fr-FR" sz="800" dirty="0" err="1"/>
              <a:t>ax</a:t>
            </a:r>
            <a:r>
              <a:rPr lang="fr-FR" sz="800" dirty="0"/>
              <a:t> </a:t>
            </a:r>
            <a:r>
              <a:rPr lang="fr-FR" sz="800" dirty="0" err="1"/>
              <a:t>req</a:t>
            </a:r>
            <a:r>
              <a:rPr lang="fr-FR" sz="800" dirty="0"/>
              <a:t> == 0 &amp;&amp; </a:t>
            </a:r>
            <a:r>
              <a:rPr lang="fr-FR" sz="800" dirty="0" err="1"/>
              <a:t>target</a:t>
            </a:r>
            <a:r>
              <a:rPr lang="fr-FR" sz="800" dirty="0"/>
              <a:t> V flag == 1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3C74E329-5581-4871-AD93-A9BD5FA577DE}"/>
              </a:ext>
            </a:extLst>
          </p:cNvPr>
          <p:cNvSpPr txBox="1"/>
          <p:nvPr/>
        </p:nvSpPr>
        <p:spPr>
          <a:xfrm>
            <a:off x="9522497" y="4200499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cxnSp>
        <p:nvCxnSpPr>
          <p:cNvPr id="181" name="Connecteur droit avec flèche 180">
            <a:extLst>
              <a:ext uri="{FF2B5EF4-FFF2-40B4-BE49-F238E27FC236}">
                <a16:creationId xmlns:a16="http://schemas.microsoft.com/office/drawing/2014/main" id="{74F13584-721A-4ECE-A085-FB9029D3E7BB}"/>
              </a:ext>
            </a:extLst>
          </p:cNvPr>
          <p:cNvCxnSpPr>
            <a:cxnSpLocks/>
          </p:cNvCxnSpPr>
          <p:nvPr/>
        </p:nvCxnSpPr>
        <p:spPr>
          <a:xfrm flipV="1">
            <a:off x="9487979" y="2518544"/>
            <a:ext cx="0" cy="26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avec flèche 182">
            <a:extLst>
              <a:ext uri="{FF2B5EF4-FFF2-40B4-BE49-F238E27FC236}">
                <a16:creationId xmlns:a16="http://schemas.microsoft.com/office/drawing/2014/main" id="{A0D29594-7F69-444E-A08A-3A8005BFDCF9}"/>
              </a:ext>
            </a:extLst>
          </p:cNvPr>
          <p:cNvCxnSpPr>
            <a:cxnSpLocks/>
          </p:cNvCxnSpPr>
          <p:nvPr/>
        </p:nvCxnSpPr>
        <p:spPr>
          <a:xfrm>
            <a:off x="9505718" y="4217689"/>
            <a:ext cx="0" cy="27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ZoneTexte 188">
            <a:extLst>
              <a:ext uri="{FF2B5EF4-FFF2-40B4-BE49-F238E27FC236}">
                <a16:creationId xmlns:a16="http://schemas.microsoft.com/office/drawing/2014/main" id="{3CC191C4-0261-4EBC-9E59-4EA66CFE7AB2}"/>
              </a:ext>
            </a:extLst>
          </p:cNvPr>
          <p:cNvSpPr txBox="1"/>
          <p:nvPr/>
        </p:nvSpPr>
        <p:spPr>
          <a:xfrm>
            <a:off x="9497435" y="2623266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no</a:t>
            </a:r>
          </a:p>
        </p:txBody>
      </p:sp>
      <p:cxnSp>
        <p:nvCxnSpPr>
          <p:cNvPr id="197" name="Connecteur droit avec flèche 196">
            <a:extLst>
              <a:ext uri="{FF2B5EF4-FFF2-40B4-BE49-F238E27FC236}">
                <a16:creationId xmlns:a16="http://schemas.microsoft.com/office/drawing/2014/main" id="{36CCAE19-40B7-4D0E-97F8-971733214622}"/>
              </a:ext>
            </a:extLst>
          </p:cNvPr>
          <p:cNvCxnSpPr>
            <a:cxnSpLocks/>
          </p:cNvCxnSpPr>
          <p:nvPr/>
        </p:nvCxnSpPr>
        <p:spPr>
          <a:xfrm>
            <a:off x="7813428" y="4714063"/>
            <a:ext cx="49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>
            <a:extLst>
              <a:ext uri="{FF2B5EF4-FFF2-40B4-BE49-F238E27FC236}">
                <a16:creationId xmlns:a16="http://schemas.microsoft.com/office/drawing/2014/main" id="{F1A1C260-9F77-4FB2-946D-67488975FF94}"/>
              </a:ext>
            </a:extLst>
          </p:cNvPr>
          <p:cNvCxnSpPr>
            <a:cxnSpLocks/>
          </p:cNvCxnSpPr>
          <p:nvPr/>
        </p:nvCxnSpPr>
        <p:spPr>
          <a:xfrm>
            <a:off x="10770656" y="3568528"/>
            <a:ext cx="255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911C9D8-22C2-4FA8-B1B3-6F790FD60E80}"/>
              </a:ext>
            </a:extLst>
          </p:cNvPr>
          <p:cNvSpPr/>
          <p:nvPr/>
        </p:nvSpPr>
        <p:spPr>
          <a:xfrm>
            <a:off x="11081857" y="3428999"/>
            <a:ext cx="1110143" cy="3368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DM/</a:t>
            </a:r>
            <a:r>
              <a:rPr lang="fr-FR" sz="1100" dirty="0" err="1"/>
              <a:t>VC.SelectorCtrl</a:t>
            </a:r>
            <a:endParaRPr lang="fr-FR" sz="1100" dirty="0"/>
          </a:p>
        </p:txBody>
      </p:sp>
      <p:sp>
        <p:nvSpPr>
          <p:cNvPr id="214" name="Losange 213">
            <a:extLst>
              <a:ext uri="{FF2B5EF4-FFF2-40B4-BE49-F238E27FC236}">
                <a16:creationId xmlns:a16="http://schemas.microsoft.com/office/drawing/2014/main" id="{A6A0A0D3-41C2-41A6-8592-D367CB1FB391}"/>
              </a:ext>
            </a:extLst>
          </p:cNvPr>
          <p:cNvSpPr/>
          <p:nvPr/>
        </p:nvSpPr>
        <p:spPr>
          <a:xfrm>
            <a:off x="1780443" y="2964970"/>
            <a:ext cx="981778" cy="84770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If </a:t>
            </a:r>
            <a:r>
              <a:rPr lang="fr-FR" sz="1000" dirty="0" err="1"/>
              <a:t>geard</a:t>
            </a:r>
            <a:r>
              <a:rPr lang="fr-FR" sz="1000" dirty="0"/>
              <a:t> == </a:t>
            </a:r>
            <a:r>
              <a:rPr lang="fr-FR" sz="1000" dirty="0" err="1"/>
              <a:t>geara</a:t>
            </a:r>
            <a:endParaRPr lang="fr-FR" sz="10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CD61216-4807-480A-8F90-1D82AE6EF942}"/>
              </a:ext>
            </a:extLst>
          </p:cNvPr>
          <p:cNvSpPr/>
          <p:nvPr/>
        </p:nvSpPr>
        <p:spPr>
          <a:xfrm>
            <a:off x="100906" y="3640047"/>
            <a:ext cx="1313460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ADAS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571F6E73-77FB-4AF2-B14B-74D070A5EAF3}"/>
              </a:ext>
            </a:extLst>
          </p:cNvPr>
          <p:cNvCxnSpPr>
            <a:cxnSpLocks/>
          </p:cNvCxnSpPr>
          <p:nvPr/>
        </p:nvCxnSpPr>
        <p:spPr>
          <a:xfrm>
            <a:off x="1414810" y="5324851"/>
            <a:ext cx="691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8A56157C-DDBC-40C6-BA64-ED7DB13AC99B}"/>
              </a:ext>
            </a:extLst>
          </p:cNvPr>
          <p:cNvSpPr/>
          <p:nvPr/>
        </p:nvSpPr>
        <p:spPr>
          <a:xfrm>
            <a:off x="73864" y="5200651"/>
            <a:ext cx="1301793" cy="266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gear</a:t>
            </a:r>
            <a:endParaRPr lang="fr-FR" sz="1100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3A6EDFD-2255-4B48-96CF-5F3F01C7C2F3}"/>
              </a:ext>
            </a:extLst>
          </p:cNvPr>
          <p:cNvSpPr/>
          <p:nvPr/>
        </p:nvSpPr>
        <p:spPr>
          <a:xfrm>
            <a:off x="85808" y="3115504"/>
            <a:ext cx="131346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Driver</a:t>
            </a:r>
          </a:p>
        </p:txBody>
      </p: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5397F4D0-2F3A-45E6-B0C6-B780DB3D96B3}"/>
              </a:ext>
            </a:extLst>
          </p:cNvPr>
          <p:cNvCxnSpPr>
            <a:cxnSpLocks/>
          </p:cNvCxnSpPr>
          <p:nvPr/>
        </p:nvCxnSpPr>
        <p:spPr>
          <a:xfrm>
            <a:off x="1435169" y="3243625"/>
            <a:ext cx="273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97B8595B-911C-44E5-B613-6B500736B8A5}"/>
              </a:ext>
            </a:extLst>
          </p:cNvPr>
          <p:cNvCxnSpPr>
            <a:cxnSpLocks/>
          </p:cNvCxnSpPr>
          <p:nvPr/>
        </p:nvCxnSpPr>
        <p:spPr>
          <a:xfrm>
            <a:off x="1435169" y="3765882"/>
            <a:ext cx="273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890B03E9-3B5A-491B-A503-F759866DD41F}"/>
              </a:ext>
            </a:extLst>
          </p:cNvPr>
          <p:cNvSpPr txBox="1"/>
          <p:nvPr/>
        </p:nvSpPr>
        <p:spPr>
          <a:xfrm>
            <a:off x="2420659" y="3691662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69D9C0F1-C8C3-42DA-890D-7C96E66EE008}"/>
              </a:ext>
            </a:extLst>
          </p:cNvPr>
          <p:cNvCxnSpPr/>
          <p:nvPr/>
        </p:nvCxnSpPr>
        <p:spPr>
          <a:xfrm>
            <a:off x="2762221" y="3376578"/>
            <a:ext cx="37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2FA84B74-58A1-410A-9432-844E162B19E4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262798" y="3836143"/>
            <a:ext cx="2342295" cy="87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9D2FEF4-C4B6-4B55-8A51-4982B133C4AE}"/>
              </a:ext>
            </a:extLst>
          </p:cNvPr>
          <p:cNvSpPr/>
          <p:nvPr/>
        </p:nvSpPr>
        <p:spPr>
          <a:xfrm>
            <a:off x="4605093" y="4587661"/>
            <a:ext cx="1232662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geara</a:t>
            </a:r>
            <a:endParaRPr lang="fr-FR" sz="1100" dirty="0"/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1F1ABC91-A942-4A3B-8910-E1FFBF4C1780}"/>
              </a:ext>
            </a:extLst>
          </p:cNvPr>
          <p:cNvCxnSpPr>
            <a:cxnSpLocks/>
            <a:stCxn id="87" idx="3"/>
            <a:endCxn id="123" idx="1"/>
          </p:cNvCxnSpPr>
          <p:nvPr/>
        </p:nvCxnSpPr>
        <p:spPr>
          <a:xfrm flipV="1">
            <a:off x="5837755" y="4707491"/>
            <a:ext cx="616611" cy="6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leau 14">
            <a:extLst>
              <a:ext uri="{FF2B5EF4-FFF2-40B4-BE49-F238E27FC236}">
                <a16:creationId xmlns:a16="http://schemas.microsoft.com/office/drawing/2014/main" id="{2FB23489-412F-4552-A46B-B3AB0D24C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448436"/>
              </p:ext>
            </p:extLst>
          </p:nvPr>
        </p:nvGraphicFramePr>
        <p:xfrm>
          <a:off x="2996133" y="2836825"/>
          <a:ext cx="4630724" cy="1209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81">
                  <a:extLst>
                    <a:ext uri="{9D8B030D-6E8A-4147-A177-3AD203B41FA5}">
                      <a16:colId xmlns:a16="http://schemas.microsoft.com/office/drawing/2014/main" val="2777180845"/>
                    </a:ext>
                  </a:extLst>
                </a:gridCol>
                <a:gridCol w="1157683">
                  <a:extLst>
                    <a:ext uri="{9D8B030D-6E8A-4147-A177-3AD203B41FA5}">
                      <a16:colId xmlns:a16="http://schemas.microsoft.com/office/drawing/2014/main" val="277706883"/>
                    </a:ext>
                  </a:extLst>
                </a:gridCol>
                <a:gridCol w="1157679">
                  <a:extLst>
                    <a:ext uri="{9D8B030D-6E8A-4147-A177-3AD203B41FA5}">
                      <a16:colId xmlns:a16="http://schemas.microsoft.com/office/drawing/2014/main" val="4004835797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4051038229"/>
                    </a:ext>
                  </a:extLst>
                </a:gridCol>
              </a:tblGrid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Driver\</a:t>
                      </a:r>
                    </a:p>
                    <a:p>
                      <a:r>
                        <a:rPr lang="fr-FR" sz="800" dirty="0"/>
                        <a:t>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43501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102140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6166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23648"/>
                  </a:ext>
                </a:extLst>
              </a:tr>
            </a:tbl>
          </a:graphicData>
        </a:graphic>
      </p:graphicFrame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A9446477-1817-4C6F-9767-B8FC50025A55}"/>
              </a:ext>
            </a:extLst>
          </p:cNvPr>
          <p:cNvCxnSpPr>
            <a:cxnSpLocks/>
            <a:stCxn id="113" idx="4"/>
          </p:cNvCxnSpPr>
          <p:nvPr/>
        </p:nvCxnSpPr>
        <p:spPr>
          <a:xfrm>
            <a:off x="4584855" y="4433709"/>
            <a:ext cx="9019" cy="11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76B07122-D2A6-4B4E-A7F9-F765488B79A2}"/>
              </a:ext>
            </a:extLst>
          </p:cNvPr>
          <p:cNvCxnSpPr>
            <a:cxnSpLocks/>
          </p:cNvCxnSpPr>
          <p:nvPr/>
        </p:nvCxnSpPr>
        <p:spPr>
          <a:xfrm flipH="1" flipV="1">
            <a:off x="4376424" y="3226381"/>
            <a:ext cx="100670" cy="995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00FEE52B-058C-4394-B6A8-62E10A626E8F}"/>
              </a:ext>
            </a:extLst>
          </p:cNvPr>
          <p:cNvCxnSpPr>
            <a:cxnSpLocks/>
          </p:cNvCxnSpPr>
          <p:nvPr/>
        </p:nvCxnSpPr>
        <p:spPr>
          <a:xfrm flipV="1">
            <a:off x="4586852" y="3131306"/>
            <a:ext cx="1086379" cy="113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028F40B5-33D3-45B8-A4F6-8AB59F48EA42}"/>
              </a:ext>
            </a:extLst>
          </p:cNvPr>
          <p:cNvCxnSpPr>
            <a:cxnSpLocks/>
          </p:cNvCxnSpPr>
          <p:nvPr/>
        </p:nvCxnSpPr>
        <p:spPr>
          <a:xfrm flipV="1">
            <a:off x="4638582" y="3226381"/>
            <a:ext cx="2036425" cy="1072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E595F2E2-9947-4EF6-839D-78EAE77ADB9C}"/>
              </a:ext>
            </a:extLst>
          </p:cNvPr>
          <p:cNvCxnSpPr>
            <a:cxnSpLocks/>
          </p:cNvCxnSpPr>
          <p:nvPr/>
        </p:nvCxnSpPr>
        <p:spPr>
          <a:xfrm flipV="1">
            <a:off x="4519736" y="3378781"/>
            <a:ext cx="9088" cy="84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5A7BC632-7AEF-4D80-A57B-3690A083A702}"/>
              </a:ext>
            </a:extLst>
          </p:cNvPr>
          <p:cNvCxnSpPr>
            <a:cxnSpLocks/>
          </p:cNvCxnSpPr>
          <p:nvPr/>
        </p:nvCxnSpPr>
        <p:spPr>
          <a:xfrm flipV="1">
            <a:off x="4586852" y="3674492"/>
            <a:ext cx="225799" cy="54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A9D7941C-3956-459E-9100-C76B74AE516B}"/>
              </a:ext>
            </a:extLst>
          </p:cNvPr>
          <p:cNvCxnSpPr>
            <a:cxnSpLocks/>
          </p:cNvCxnSpPr>
          <p:nvPr/>
        </p:nvCxnSpPr>
        <p:spPr>
          <a:xfrm flipV="1">
            <a:off x="4598756" y="3533517"/>
            <a:ext cx="1003177" cy="74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C97380AB-706B-4E34-BED9-0E799D1AEA64}"/>
              </a:ext>
            </a:extLst>
          </p:cNvPr>
          <p:cNvCxnSpPr>
            <a:cxnSpLocks/>
          </p:cNvCxnSpPr>
          <p:nvPr/>
        </p:nvCxnSpPr>
        <p:spPr>
          <a:xfrm flipV="1">
            <a:off x="4652563" y="3454282"/>
            <a:ext cx="2074174" cy="886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14DFD578-A49E-463B-A700-C40B4F6C2770}"/>
              </a:ext>
            </a:extLst>
          </p:cNvPr>
          <p:cNvCxnSpPr>
            <a:cxnSpLocks/>
          </p:cNvCxnSpPr>
          <p:nvPr/>
        </p:nvCxnSpPr>
        <p:spPr>
          <a:xfrm flipV="1">
            <a:off x="4652563" y="3629984"/>
            <a:ext cx="1020668" cy="619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lipse 112">
            <a:extLst>
              <a:ext uri="{FF2B5EF4-FFF2-40B4-BE49-F238E27FC236}">
                <a16:creationId xmlns:a16="http://schemas.microsoft.com/office/drawing/2014/main" id="{ECF6436C-FD75-4D4C-9FE9-ABB3F93786FA}"/>
              </a:ext>
            </a:extLst>
          </p:cNvPr>
          <p:cNvSpPr/>
          <p:nvPr/>
        </p:nvSpPr>
        <p:spPr>
          <a:xfrm>
            <a:off x="4412530" y="4139059"/>
            <a:ext cx="344649" cy="294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A0031406-AAF3-45D5-A5CC-6DC99ADD80A2}"/>
              </a:ext>
            </a:extLst>
          </p:cNvPr>
          <p:cNvCxnSpPr>
            <a:cxnSpLocks/>
            <a:stCxn id="113" idx="6"/>
          </p:cNvCxnSpPr>
          <p:nvPr/>
        </p:nvCxnSpPr>
        <p:spPr>
          <a:xfrm flipV="1">
            <a:off x="4757179" y="3884057"/>
            <a:ext cx="1960444" cy="402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9AF02151-C2A2-4537-907D-B5E1F02186AE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4733237" y="4330998"/>
            <a:ext cx="580331" cy="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F9AEE3B-C34E-41CF-8ED8-B0CBDC0D00B4}"/>
              </a:ext>
            </a:extLst>
          </p:cNvPr>
          <p:cNvSpPr/>
          <p:nvPr/>
        </p:nvSpPr>
        <p:spPr>
          <a:xfrm>
            <a:off x="5313568" y="4211605"/>
            <a:ext cx="147830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truth</a:t>
            </a:r>
            <a:r>
              <a:rPr lang="fr-FR" sz="1100" dirty="0"/>
              <a:t> table</a:t>
            </a:r>
          </a:p>
        </p:txBody>
      </p: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B80040FE-0523-40D0-87D9-CC48E4178374}"/>
              </a:ext>
            </a:extLst>
          </p:cNvPr>
          <p:cNvCxnSpPr>
            <a:cxnSpLocks/>
            <a:stCxn id="120" idx="2"/>
            <a:endCxn id="123" idx="1"/>
          </p:cNvCxnSpPr>
          <p:nvPr/>
        </p:nvCxnSpPr>
        <p:spPr>
          <a:xfrm>
            <a:off x="6052723" y="4463275"/>
            <a:ext cx="401643" cy="24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Grafik 10">
            <a:extLst>
              <a:ext uri="{FF2B5EF4-FFF2-40B4-BE49-F238E27FC236}">
                <a16:creationId xmlns:a16="http://schemas.microsoft.com/office/drawing/2014/main" id="{8ABDF47B-10A8-4766-8772-3F3EF30BD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958" y="6054385"/>
            <a:ext cx="1478057" cy="44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80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A97CFE45-0268-415E-8308-DBDC397908ED}"/>
              </a:ext>
            </a:extLst>
          </p:cNvPr>
          <p:cNvSpPr/>
          <p:nvPr/>
        </p:nvSpPr>
        <p:spPr>
          <a:xfrm>
            <a:off x="1700250" y="392736"/>
            <a:ext cx="6085298" cy="46207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Partner ECU </a:t>
            </a:r>
            <a:r>
              <a:rPr lang="fr-FR" dirty="0" err="1">
                <a:solidFill>
                  <a:schemeClr val="tx1"/>
                </a:solidFill>
              </a:rPr>
              <a:t>sim</a:t>
            </a:r>
            <a:r>
              <a:rPr lang="fr-FR" dirty="0">
                <a:solidFill>
                  <a:schemeClr val="tx1"/>
                </a:solidFill>
              </a:rPr>
              <a:t> (FMU)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8E2776-45FC-492D-82AA-AB0902659D40}"/>
              </a:ext>
            </a:extLst>
          </p:cNvPr>
          <p:cNvSpPr/>
          <p:nvPr/>
        </p:nvSpPr>
        <p:spPr>
          <a:xfrm>
            <a:off x="50333" y="434768"/>
            <a:ext cx="1313461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Wheel </a:t>
            </a:r>
            <a:r>
              <a:rPr lang="fr-FR" sz="1100" dirty="0" err="1"/>
              <a:t>ang</a:t>
            </a:r>
            <a:r>
              <a:rPr lang="fr-FR" sz="1100" dirty="0"/>
              <a:t> Driver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19A265-2393-4E70-9361-47CF7DB1B141}"/>
              </a:ext>
            </a:extLst>
          </p:cNvPr>
          <p:cNvSpPr/>
          <p:nvPr/>
        </p:nvSpPr>
        <p:spPr>
          <a:xfrm>
            <a:off x="50334" y="794158"/>
            <a:ext cx="1313460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Wheel </a:t>
            </a:r>
            <a:r>
              <a:rPr lang="fr-FR" sz="1100" dirty="0" err="1"/>
              <a:t>ang</a:t>
            </a:r>
            <a:r>
              <a:rPr lang="fr-FR" sz="1100" dirty="0"/>
              <a:t> ADAS</a:t>
            </a: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2BFF8FE2-9C85-4EC2-8A91-6C5C142A3FD5}"/>
              </a:ext>
            </a:extLst>
          </p:cNvPr>
          <p:cNvSpPr/>
          <p:nvPr/>
        </p:nvSpPr>
        <p:spPr>
          <a:xfrm>
            <a:off x="1820411" y="684402"/>
            <a:ext cx="872455" cy="83190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If </a:t>
            </a:r>
            <a:r>
              <a:rPr lang="fr-FR" sz="1000" dirty="0" err="1"/>
              <a:t>axd</a:t>
            </a:r>
            <a:r>
              <a:rPr lang="fr-FR" sz="1000" dirty="0"/>
              <a:t> == axa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E207FFD-8597-4D61-BDF6-FD3FFC673AA4}"/>
              </a:ext>
            </a:extLst>
          </p:cNvPr>
          <p:cNvCxnSpPr>
            <a:cxnSpLocks/>
          </p:cNvCxnSpPr>
          <p:nvPr/>
        </p:nvCxnSpPr>
        <p:spPr>
          <a:xfrm>
            <a:off x="1425209" y="562063"/>
            <a:ext cx="273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C36349AC-1369-4B4F-A049-E458247CDF85}"/>
              </a:ext>
            </a:extLst>
          </p:cNvPr>
          <p:cNvCxnSpPr>
            <a:cxnSpLocks/>
          </p:cNvCxnSpPr>
          <p:nvPr/>
        </p:nvCxnSpPr>
        <p:spPr>
          <a:xfrm>
            <a:off x="1395848" y="961939"/>
            <a:ext cx="302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8D77EDA9-B66D-4134-B57F-9D27275821EC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>
            <a:off x="2256639" y="1516310"/>
            <a:ext cx="2296414" cy="1006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437EB35-6DE5-4666-88E1-1FF529B46FFE}"/>
              </a:ext>
            </a:extLst>
          </p:cNvPr>
          <p:cNvSpPr/>
          <p:nvPr/>
        </p:nvSpPr>
        <p:spPr>
          <a:xfrm>
            <a:off x="4553053" y="2397428"/>
            <a:ext cx="1232662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axa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AE8B4B-8DFD-422D-A3DA-B2AFE6A24093}"/>
              </a:ext>
            </a:extLst>
          </p:cNvPr>
          <p:cNvSpPr txBox="1"/>
          <p:nvPr/>
        </p:nvSpPr>
        <p:spPr>
          <a:xfrm>
            <a:off x="2256638" y="1516310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D36D6-1F36-4C85-9763-55616148CF78}"/>
              </a:ext>
            </a:extLst>
          </p:cNvPr>
          <p:cNvSpPr/>
          <p:nvPr/>
        </p:nvSpPr>
        <p:spPr>
          <a:xfrm>
            <a:off x="8331554" y="99116"/>
            <a:ext cx="2386077" cy="64610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Lateral</a:t>
            </a:r>
            <a:r>
              <a:rPr lang="fr-FR" dirty="0">
                <a:solidFill>
                  <a:schemeClr val="tx1"/>
                </a:solidFill>
              </a:rPr>
              <a:t> Controller (FMU)</a:t>
            </a: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D2A30C08-F813-47A5-9727-B95F4B1CDAFE}"/>
              </a:ext>
            </a:extLst>
          </p:cNvPr>
          <p:cNvCxnSpPr/>
          <p:nvPr/>
        </p:nvCxnSpPr>
        <p:spPr>
          <a:xfrm>
            <a:off x="2718033" y="1068199"/>
            <a:ext cx="37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au 14">
            <a:extLst>
              <a:ext uri="{FF2B5EF4-FFF2-40B4-BE49-F238E27FC236}">
                <a16:creationId xmlns:a16="http://schemas.microsoft.com/office/drawing/2014/main" id="{4015F6E4-FB08-4354-8B77-0300AECB7D03}"/>
              </a:ext>
            </a:extLst>
          </p:cNvPr>
          <p:cNvGraphicFramePr>
            <a:graphicFrameLocks noGrp="1"/>
          </p:cNvGraphicFramePr>
          <p:nvPr/>
        </p:nvGraphicFramePr>
        <p:xfrm>
          <a:off x="3129091" y="677913"/>
          <a:ext cx="4630724" cy="1209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81">
                  <a:extLst>
                    <a:ext uri="{9D8B030D-6E8A-4147-A177-3AD203B41FA5}">
                      <a16:colId xmlns:a16="http://schemas.microsoft.com/office/drawing/2014/main" val="2777180845"/>
                    </a:ext>
                  </a:extLst>
                </a:gridCol>
                <a:gridCol w="1157683">
                  <a:extLst>
                    <a:ext uri="{9D8B030D-6E8A-4147-A177-3AD203B41FA5}">
                      <a16:colId xmlns:a16="http://schemas.microsoft.com/office/drawing/2014/main" val="277706883"/>
                    </a:ext>
                  </a:extLst>
                </a:gridCol>
                <a:gridCol w="1157679">
                  <a:extLst>
                    <a:ext uri="{9D8B030D-6E8A-4147-A177-3AD203B41FA5}">
                      <a16:colId xmlns:a16="http://schemas.microsoft.com/office/drawing/2014/main" val="4004835797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4051038229"/>
                    </a:ext>
                  </a:extLst>
                </a:gridCol>
              </a:tblGrid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Driver\</a:t>
                      </a:r>
                    </a:p>
                    <a:p>
                      <a:r>
                        <a:rPr lang="fr-FR" sz="800" dirty="0"/>
                        <a:t>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43501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102140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6166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23648"/>
                  </a:ext>
                </a:extLst>
              </a:tr>
            </a:tbl>
          </a:graphicData>
        </a:graphic>
      </p:graphicFrame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6AFA4B1-636E-454F-8CF7-0C7ABD38BF26}"/>
              </a:ext>
            </a:extLst>
          </p:cNvPr>
          <p:cNvCxnSpPr>
            <a:cxnSpLocks/>
          </p:cNvCxnSpPr>
          <p:nvPr/>
        </p:nvCxnSpPr>
        <p:spPr>
          <a:xfrm>
            <a:off x="10751708" y="3226381"/>
            <a:ext cx="274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071949E-A3E0-4BA6-8687-7C3BDBAD2985}"/>
              </a:ext>
            </a:extLst>
          </p:cNvPr>
          <p:cNvCxnSpPr>
            <a:cxnSpLocks/>
          </p:cNvCxnSpPr>
          <p:nvPr/>
        </p:nvCxnSpPr>
        <p:spPr>
          <a:xfrm flipV="1">
            <a:off x="8749579" y="1100047"/>
            <a:ext cx="0" cy="1459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39445756-6572-459F-86BA-CE9334FBEB4D}"/>
              </a:ext>
            </a:extLst>
          </p:cNvPr>
          <p:cNvCxnSpPr>
            <a:cxnSpLocks/>
          </p:cNvCxnSpPr>
          <p:nvPr/>
        </p:nvCxnSpPr>
        <p:spPr>
          <a:xfrm>
            <a:off x="8603469" y="2418517"/>
            <a:ext cx="1684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D6D5F630-5880-49FC-A378-DBC5DE14AF99}"/>
              </a:ext>
            </a:extLst>
          </p:cNvPr>
          <p:cNvSpPr txBox="1"/>
          <p:nvPr/>
        </p:nvSpPr>
        <p:spPr>
          <a:xfrm>
            <a:off x="8288185" y="1100047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Hvm</a:t>
            </a:r>
            <a:r>
              <a:rPr lang="fr-FR" sz="700" dirty="0"/>
              <a:t> </a:t>
            </a:r>
            <a:r>
              <a:rPr lang="fr-FR" sz="700" dirty="0" err="1"/>
              <a:t>ax</a:t>
            </a:r>
            <a:endParaRPr lang="fr-FR" sz="700" dirty="0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73B1154D-AD91-4664-8DFB-BB1DC655B731}"/>
              </a:ext>
            </a:extLst>
          </p:cNvPr>
          <p:cNvCxnSpPr/>
          <p:nvPr/>
        </p:nvCxnSpPr>
        <p:spPr>
          <a:xfrm>
            <a:off x="8749579" y="1537614"/>
            <a:ext cx="14093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DFB4694-BD06-4954-A178-70C64557D8F7}"/>
              </a:ext>
            </a:extLst>
          </p:cNvPr>
          <p:cNvSpPr txBox="1"/>
          <p:nvPr/>
        </p:nvSpPr>
        <p:spPr>
          <a:xfrm>
            <a:off x="10158930" y="1427297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ax</a:t>
            </a:r>
            <a:r>
              <a:rPr lang="fr-FR" sz="700" dirty="0"/>
              <a:t> </a:t>
            </a:r>
            <a:r>
              <a:rPr lang="fr-FR" sz="700" dirty="0" err="1"/>
              <a:t>req</a:t>
            </a:r>
            <a:endParaRPr lang="fr-FR" sz="700" dirty="0"/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5EAE17E9-9C4F-4160-9A51-F31D0104346A}"/>
              </a:ext>
            </a:extLst>
          </p:cNvPr>
          <p:cNvSpPr/>
          <p:nvPr/>
        </p:nvSpPr>
        <p:spPr>
          <a:xfrm>
            <a:off x="8813329" y="1546006"/>
            <a:ext cx="1345601" cy="402858"/>
          </a:xfrm>
          <a:custGeom>
            <a:avLst/>
            <a:gdLst>
              <a:gd name="connsiteX0" fmla="*/ 0 w 1512685"/>
              <a:gd name="connsiteY0" fmla="*/ 482699 h 482699"/>
              <a:gd name="connsiteX1" fmla="*/ 587230 w 1512685"/>
              <a:gd name="connsiteY1" fmla="*/ 147139 h 482699"/>
              <a:gd name="connsiteX2" fmla="*/ 1417740 w 1512685"/>
              <a:gd name="connsiteY2" fmla="*/ 12916 h 482699"/>
              <a:gd name="connsiteX3" fmla="*/ 1459685 w 1512685"/>
              <a:gd name="connsiteY3" fmla="*/ 12916 h 4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85" h="482699">
                <a:moveTo>
                  <a:pt x="0" y="482699"/>
                </a:moveTo>
                <a:cubicBezTo>
                  <a:pt x="175470" y="354067"/>
                  <a:pt x="350940" y="225436"/>
                  <a:pt x="587230" y="147139"/>
                </a:cubicBezTo>
                <a:cubicBezTo>
                  <a:pt x="823520" y="68842"/>
                  <a:pt x="1272331" y="35286"/>
                  <a:pt x="1417740" y="12916"/>
                </a:cubicBezTo>
                <a:cubicBezTo>
                  <a:pt x="1563149" y="-9455"/>
                  <a:pt x="1511417" y="1730"/>
                  <a:pt x="1459685" y="1291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90C9BEC9-C7B1-4D35-94F7-C6F34D6504AE}"/>
              </a:ext>
            </a:extLst>
          </p:cNvPr>
          <p:cNvSpPr txBox="1"/>
          <p:nvPr/>
        </p:nvSpPr>
        <p:spPr>
          <a:xfrm>
            <a:off x="10300842" y="2318489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time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A88EE097-F9BD-4174-8AF9-1978B1008277}"/>
              </a:ext>
            </a:extLst>
          </p:cNvPr>
          <p:cNvCxnSpPr>
            <a:cxnSpLocks/>
          </p:cNvCxnSpPr>
          <p:nvPr/>
        </p:nvCxnSpPr>
        <p:spPr>
          <a:xfrm>
            <a:off x="1369901" y="208276"/>
            <a:ext cx="691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17FAEC63-C47B-47E4-B222-B24C55B6CAD4}"/>
              </a:ext>
            </a:extLst>
          </p:cNvPr>
          <p:cNvSpPr/>
          <p:nvPr/>
        </p:nvSpPr>
        <p:spPr>
          <a:xfrm>
            <a:off x="56166" y="75138"/>
            <a:ext cx="1301793" cy="266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WheelAng</a:t>
            </a:r>
            <a:endParaRPr lang="fr-FR" sz="11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89CA99-E299-45A4-B7B1-BD437CA8F2C5}"/>
              </a:ext>
            </a:extLst>
          </p:cNvPr>
          <p:cNvSpPr/>
          <p:nvPr/>
        </p:nvSpPr>
        <p:spPr>
          <a:xfrm>
            <a:off x="6518252" y="2489025"/>
            <a:ext cx="1232662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endParaRPr lang="fr-FR" sz="1100" dirty="0"/>
          </a:p>
        </p:txBody>
      </p:sp>
      <p:cxnSp>
        <p:nvCxnSpPr>
          <p:cNvPr id="58" name="Connecteur droit avec flèche 57">
            <a:extLst>
              <a:ext uri="{FF2B5EF4-FFF2-40B4-BE49-F238E27FC236}">
                <a16:creationId xmlns:a16="http://schemas.microsoft.com/office/drawing/2014/main" id="{39797D0D-D2DB-41F7-8C26-C09B851CD8FD}"/>
              </a:ext>
            </a:extLst>
          </p:cNvPr>
          <p:cNvCxnSpPr>
            <a:cxnSpLocks/>
            <a:stCxn id="83" idx="4"/>
            <a:endCxn id="84" idx="1"/>
          </p:cNvCxnSpPr>
          <p:nvPr/>
        </p:nvCxnSpPr>
        <p:spPr>
          <a:xfrm>
            <a:off x="4638582" y="2206773"/>
            <a:ext cx="745065" cy="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C7408A30-7B5C-4630-A31F-C3BD9FFF9FDE}"/>
              </a:ext>
            </a:extLst>
          </p:cNvPr>
          <p:cNvCxnSpPr>
            <a:cxnSpLocks/>
          </p:cNvCxnSpPr>
          <p:nvPr/>
        </p:nvCxnSpPr>
        <p:spPr>
          <a:xfrm flipH="1" flipV="1">
            <a:off x="4445464" y="1068199"/>
            <a:ext cx="100670" cy="995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4B9E4FE-8907-41A0-93F4-07A81B2ED4E6}"/>
              </a:ext>
            </a:extLst>
          </p:cNvPr>
          <p:cNvCxnSpPr>
            <a:cxnSpLocks/>
          </p:cNvCxnSpPr>
          <p:nvPr/>
        </p:nvCxnSpPr>
        <p:spPr>
          <a:xfrm flipV="1">
            <a:off x="4655892" y="973124"/>
            <a:ext cx="1086379" cy="113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D982D7BB-FC91-4CCB-93F7-7BB9B10AE0A1}"/>
              </a:ext>
            </a:extLst>
          </p:cNvPr>
          <p:cNvCxnSpPr>
            <a:cxnSpLocks/>
          </p:cNvCxnSpPr>
          <p:nvPr/>
        </p:nvCxnSpPr>
        <p:spPr>
          <a:xfrm flipV="1">
            <a:off x="4707622" y="1068199"/>
            <a:ext cx="2036425" cy="1072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0904B4B8-B973-45B7-B350-FBCBA4DD1FC9}"/>
              </a:ext>
            </a:extLst>
          </p:cNvPr>
          <p:cNvCxnSpPr>
            <a:cxnSpLocks/>
          </p:cNvCxnSpPr>
          <p:nvPr/>
        </p:nvCxnSpPr>
        <p:spPr>
          <a:xfrm flipV="1">
            <a:off x="4588776" y="1220599"/>
            <a:ext cx="9088" cy="84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D0EC79C9-68DE-40C2-B9C6-CC9F9AAE446C}"/>
              </a:ext>
            </a:extLst>
          </p:cNvPr>
          <p:cNvCxnSpPr>
            <a:cxnSpLocks/>
          </p:cNvCxnSpPr>
          <p:nvPr/>
        </p:nvCxnSpPr>
        <p:spPr>
          <a:xfrm flipV="1">
            <a:off x="4655892" y="1516310"/>
            <a:ext cx="225799" cy="54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4F67795B-FE25-4A68-A79D-F9E38E6FE26F}"/>
              </a:ext>
            </a:extLst>
          </p:cNvPr>
          <p:cNvCxnSpPr>
            <a:cxnSpLocks/>
          </p:cNvCxnSpPr>
          <p:nvPr/>
        </p:nvCxnSpPr>
        <p:spPr>
          <a:xfrm flipV="1">
            <a:off x="4667796" y="1375335"/>
            <a:ext cx="1003177" cy="74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85EBA291-704B-422A-82F9-2275D3588B0E}"/>
              </a:ext>
            </a:extLst>
          </p:cNvPr>
          <p:cNvCxnSpPr>
            <a:cxnSpLocks/>
          </p:cNvCxnSpPr>
          <p:nvPr/>
        </p:nvCxnSpPr>
        <p:spPr>
          <a:xfrm flipV="1">
            <a:off x="4721603" y="1296100"/>
            <a:ext cx="2074174" cy="886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110A31DB-D9B2-4676-97D5-28CE1A9E29E6}"/>
              </a:ext>
            </a:extLst>
          </p:cNvPr>
          <p:cNvCxnSpPr>
            <a:cxnSpLocks/>
          </p:cNvCxnSpPr>
          <p:nvPr/>
        </p:nvCxnSpPr>
        <p:spPr>
          <a:xfrm flipV="1">
            <a:off x="4721603" y="1471802"/>
            <a:ext cx="1020668" cy="619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ED4EF310-4C2B-48B2-9361-FCCE25010107}"/>
              </a:ext>
            </a:extLst>
          </p:cNvPr>
          <p:cNvSpPr/>
          <p:nvPr/>
        </p:nvSpPr>
        <p:spPr>
          <a:xfrm>
            <a:off x="4466257" y="1912123"/>
            <a:ext cx="344649" cy="294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6C859B9-5ED2-4B28-AEEF-ABF522617DD8}"/>
              </a:ext>
            </a:extLst>
          </p:cNvPr>
          <p:cNvSpPr/>
          <p:nvPr/>
        </p:nvSpPr>
        <p:spPr>
          <a:xfrm>
            <a:off x="5383647" y="2087380"/>
            <a:ext cx="1313575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ax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truth</a:t>
            </a:r>
            <a:r>
              <a:rPr lang="fr-FR" sz="1100" dirty="0"/>
              <a:t> table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26AB7DF-25B0-47AB-97BB-5609266E9F8C}"/>
              </a:ext>
            </a:extLst>
          </p:cNvPr>
          <p:cNvSpPr/>
          <p:nvPr/>
        </p:nvSpPr>
        <p:spPr>
          <a:xfrm>
            <a:off x="96291" y="5570223"/>
            <a:ext cx="1302280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v</a:t>
            </a:r>
          </a:p>
        </p:txBody>
      </p: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70F0DD04-ABE3-44A5-9072-C687BC198E54}"/>
              </a:ext>
            </a:extLst>
          </p:cNvPr>
          <p:cNvCxnSpPr>
            <a:cxnSpLocks/>
          </p:cNvCxnSpPr>
          <p:nvPr/>
        </p:nvCxnSpPr>
        <p:spPr>
          <a:xfrm>
            <a:off x="1425209" y="5746792"/>
            <a:ext cx="6863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25A42767-962A-4713-AFA6-119AFABE676D}"/>
              </a:ext>
            </a:extLst>
          </p:cNvPr>
          <p:cNvSpPr/>
          <p:nvPr/>
        </p:nvSpPr>
        <p:spPr>
          <a:xfrm>
            <a:off x="11081857" y="3115504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VC.Steering.AngAcc</a:t>
            </a:r>
            <a:endParaRPr lang="fr-FR" sz="11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38D47C5E-B1C1-4170-9E06-665D845BC600}"/>
              </a:ext>
            </a:extLst>
          </p:cNvPr>
          <p:cNvSpPr/>
          <p:nvPr/>
        </p:nvSpPr>
        <p:spPr>
          <a:xfrm>
            <a:off x="11081857" y="2798019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VC.Steering.Ang</a:t>
            </a:r>
            <a:endParaRPr lang="fr-FR" sz="1100" dirty="0"/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200BFB37-E793-48B8-9606-746691E7748E}"/>
              </a:ext>
            </a:extLst>
          </p:cNvPr>
          <p:cNvSpPr txBox="1"/>
          <p:nvPr/>
        </p:nvSpPr>
        <p:spPr>
          <a:xfrm>
            <a:off x="9082691" y="1800166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PID </a:t>
            </a:r>
          </a:p>
        </p:txBody>
      </p:sp>
      <p:pic>
        <p:nvPicPr>
          <p:cNvPr id="102" name="Image 101">
            <a:extLst>
              <a:ext uri="{FF2B5EF4-FFF2-40B4-BE49-F238E27FC236}">
                <a16:creationId xmlns:a16="http://schemas.microsoft.com/office/drawing/2014/main" id="{13822C29-9E1B-41C1-A6C9-2466EECFE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153" y="1730378"/>
            <a:ext cx="1192749" cy="539685"/>
          </a:xfrm>
          <a:prstGeom prst="rect">
            <a:avLst/>
          </a:prstGeom>
        </p:spPr>
      </p:pic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9AEE64B0-E701-48AF-9A14-E166AFA1B463}"/>
              </a:ext>
            </a:extLst>
          </p:cNvPr>
          <p:cNvCxnSpPr>
            <a:cxnSpLocks/>
          </p:cNvCxnSpPr>
          <p:nvPr/>
        </p:nvCxnSpPr>
        <p:spPr>
          <a:xfrm flipV="1">
            <a:off x="8710570" y="4545955"/>
            <a:ext cx="0" cy="1459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BFE63B4A-7D72-4D55-A957-8BE4DFC045FA}"/>
              </a:ext>
            </a:extLst>
          </p:cNvPr>
          <p:cNvCxnSpPr>
            <a:cxnSpLocks/>
          </p:cNvCxnSpPr>
          <p:nvPr/>
        </p:nvCxnSpPr>
        <p:spPr>
          <a:xfrm>
            <a:off x="8564460" y="5864425"/>
            <a:ext cx="1684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E220B842-7BE4-4FE6-B405-EA094025115F}"/>
              </a:ext>
            </a:extLst>
          </p:cNvPr>
          <p:cNvSpPr txBox="1"/>
          <p:nvPr/>
        </p:nvSpPr>
        <p:spPr>
          <a:xfrm>
            <a:off x="8349844" y="4545955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 err="1"/>
              <a:t>Hvm</a:t>
            </a:r>
            <a:r>
              <a:rPr lang="fr-FR" sz="700" dirty="0"/>
              <a:t> v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186F358D-CA00-4B11-8226-BA9CB1154914}"/>
              </a:ext>
            </a:extLst>
          </p:cNvPr>
          <p:cNvSpPr txBox="1"/>
          <p:nvPr/>
        </p:nvSpPr>
        <p:spPr>
          <a:xfrm>
            <a:off x="10261833" y="5764397"/>
            <a:ext cx="4613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time</a:t>
            </a:r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AF309976-F962-4C37-B37F-3DECE6EE3F1E}"/>
              </a:ext>
            </a:extLst>
          </p:cNvPr>
          <p:cNvCxnSpPr/>
          <p:nvPr/>
        </p:nvCxnSpPr>
        <p:spPr>
          <a:xfrm>
            <a:off x="8710570" y="4964762"/>
            <a:ext cx="140935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Forme libre : forme 108">
            <a:extLst>
              <a:ext uri="{FF2B5EF4-FFF2-40B4-BE49-F238E27FC236}">
                <a16:creationId xmlns:a16="http://schemas.microsoft.com/office/drawing/2014/main" id="{829740EC-6BB3-46C4-BFB6-22895765E62A}"/>
              </a:ext>
            </a:extLst>
          </p:cNvPr>
          <p:cNvSpPr/>
          <p:nvPr/>
        </p:nvSpPr>
        <p:spPr>
          <a:xfrm>
            <a:off x="8710570" y="4995438"/>
            <a:ext cx="1345601" cy="402858"/>
          </a:xfrm>
          <a:custGeom>
            <a:avLst/>
            <a:gdLst>
              <a:gd name="connsiteX0" fmla="*/ 0 w 1512685"/>
              <a:gd name="connsiteY0" fmla="*/ 482699 h 482699"/>
              <a:gd name="connsiteX1" fmla="*/ 587230 w 1512685"/>
              <a:gd name="connsiteY1" fmla="*/ 147139 h 482699"/>
              <a:gd name="connsiteX2" fmla="*/ 1417740 w 1512685"/>
              <a:gd name="connsiteY2" fmla="*/ 12916 h 482699"/>
              <a:gd name="connsiteX3" fmla="*/ 1459685 w 1512685"/>
              <a:gd name="connsiteY3" fmla="*/ 12916 h 48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2685" h="482699">
                <a:moveTo>
                  <a:pt x="0" y="482699"/>
                </a:moveTo>
                <a:cubicBezTo>
                  <a:pt x="175470" y="354067"/>
                  <a:pt x="350940" y="225436"/>
                  <a:pt x="587230" y="147139"/>
                </a:cubicBezTo>
                <a:cubicBezTo>
                  <a:pt x="823520" y="68842"/>
                  <a:pt x="1272331" y="35286"/>
                  <a:pt x="1417740" y="12916"/>
                </a:cubicBezTo>
                <a:cubicBezTo>
                  <a:pt x="1563149" y="-9455"/>
                  <a:pt x="1511417" y="1730"/>
                  <a:pt x="1459685" y="1291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BECB4759-80C8-48E2-8040-AD3F9B2BC5CB}"/>
              </a:ext>
            </a:extLst>
          </p:cNvPr>
          <p:cNvSpPr txBox="1"/>
          <p:nvPr/>
        </p:nvSpPr>
        <p:spPr>
          <a:xfrm>
            <a:off x="8979932" y="5249598"/>
            <a:ext cx="4362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PID </a:t>
            </a:r>
          </a:p>
        </p:txBody>
      </p:sp>
      <p:pic>
        <p:nvPicPr>
          <p:cNvPr id="112" name="Image 111">
            <a:extLst>
              <a:ext uri="{FF2B5EF4-FFF2-40B4-BE49-F238E27FC236}">
                <a16:creationId xmlns:a16="http://schemas.microsoft.com/office/drawing/2014/main" id="{7110B729-8D7F-487E-9860-8150D7DCB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876" y="5234144"/>
            <a:ext cx="1102593" cy="488726"/>
          </a:xfrm>
          <a:prstGeom prst="rect">
            <a:avLst/>
          </a:prstGeom>
        </p:spPr>
      </p:pic>
      <p:pic>
        <p:nvPicPr>
          <p:cNvPr id="116" name="Image 115">
            <a:extLst>
              <a:ext uri="{FF2B5EF4-FFF2-40B4-BE49-F238E27FC236}">
                <a16:creationId xmlns:a16="http://schemas.microsoft.com/office/drawing/2014/main" id="{0DB9AA1B-8BEE-4111-BAC7-DB9600B4C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752" y="99116"/>
            <a:ext cx="80918" cy="66176"/>
          </a:xfrm>
          <a:prstGeom prst="rect">
            <a:avLst/>
          </a:prstGeom>
        </p:spPr>
      </p:pic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8350FE3A-CD29-4122-8AD9-726B73229E3A}"/>
              </a:ext>
            </a:extLst>
          </p:cNvPr>
          <p:cNvCxnSpPr>
            <a:cxnSpLocks/>
            <a:stCxn id="31" idx="2"/>
            <a:endCxn id="56" idx="1"/>
          </p:cNvCxnSpPr>
          <p:nvPr/>
        </p:nvCxnSpPr>
        <p:spPr>
          <a:xfrm flipV="1">
            <a:off x="5169384" y="2642881"/>
            <a:ext cx="1348868" cy="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07F1D4E-13D0-4C51-B6C6-F1EE0FEE1121}"/>
              </a:ext>
            </a:extLst>
          </p:cNvPr>
          <p:cNvSpPr/>
          <p:nvPr/>
        </p:nvSpPr>
        <p:spPr>
          <a:xfrm>
            <a:off x="81455" y="5874232"/>
            <a:ext cx="1305449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target</a:t>
            </a:r>
            <a:r>
              <a:rPr lang="fr-FR" sz="1100" dirty="0"/>
              <a:t> </a:t>
            </a:r>
            <a:r>
              <a:rPr lang="fr-FR" sz="1100" dirty="0" err="1"/>
              <a:t>velocity</a:t>
            </a:r>
            <a:endParaRPr lang="fr-FR" sz="1100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FBC517A-3697-4B1E-8154-DC6EB1A7A2D5}"/>
              </a:ext>
            </a:extLst>
          </p:cNvPr>
          <p:cNvSpPr/>
          <p:nvPr/>
        </p:nvSpPr>
        <p:spPr>
          <a:xfrm>
            <a:off x="82423" y="6235822"/>
            <a:ext cx="1305449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target</a:t>
            </a:r>
            <a:r>
              <a:rPr lang="fr-FR" sz="1100" dirty="0"/>
              <a:t> </a:t>
            </a:r>
            <a:r>
              <a:rPr lang="fr-FR" sz="1100" dirty="0" err="1"/>
              <a:t>velocity</a:t>
            </a:r>
            <a:r>
              <a:rPr lang="fr-FR" sz="1100" dirty="0"/>
              <a:t> flag</a:t>
            </a:r>
          </a:p>
        </p:txBody>
      </p: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058B0259-BF24-4E59-BDAE-99B18CA047FD}"/>
              </a:ext>
            </a:extLst>
          </p:cNvPr>
          <p:cNvCxnSpPr>
            <a:cxnSpLocks/>
          </p:cNvCxnSpPr>
          <p:nvPr/>
        </p:nvCxnSpPr>
        <p:spPr>
          <a:xfrm>
            <a:off x="7813429" y="2640709"/>
            <a:ext cx="49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5AC6FEE-65A6-4D74-A4BC-0A127DFA3269}"/>
              </a:ext>
            </a:extLst>
          </p:cNvPr>
          <p:cNvSpPr/>
          <p:nvPr/>
        </p:nvSpPr>
        <p:spPr>
          <a:xfrm>
            <a:off x="6454366" y="4553635"/>
            <a:ext cx="1305449" cy="30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 </a:t>
            </a:r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endParaRPr lang="fr-FR" sz="1100" dirty="0"/>
          </a:p>
        </p:txBody>
      </p: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4855A745-4B85-443D-ABD5-4A632852767C}"/>
              </a:ext>
            </a:extLst>
          </p:cNvPr>
          <p:cNvCxnSpPr>
            <a:cxnSpLocks/>
            <a:stCxn id="83" idx="6"/>
          </p:cNvCxnSpPr>
          <p:nvPr/>
        </p:nvCxnSpPr>
        <p:spPr>
          <a:xfrm flipV="1">
            <a:off x="4810906" y="1657121"/>
            <a:ext cx="1960444" cy="402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avec flèche 129">
            <a:extLst>
              <a:ext uri="{FF2B5EF4-FFF2-40B4-BE49-F238E27FC236}">
                <a16:creationId xmlns:a16="http://schemas.microsoft.com/office/drawing/2014/main" id="{05E92ED0-1FE1-4194-958F-0ADA03C32C83}"/>
              </a:ext>
            </a:extLst>
          </p:cNvPr>
          <p:cNvCxnSpPr>
            <a:cxnSpLocks/>
            <a:stCxn id="84" idx="2"/>
            <a:endCxn id="56" idx="1"/>
          </p:cNvCxnSpPr>
          <p:nvPr/>
        </p:nvCxnSpPr>
        <p:spPr>
          <a:xfrm>
            <a:off x="6040435" y="2339050"/>
            <a:ext cx="477817" cy="303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eur droit avec flèche 168">
            <a:extLst>
              <a:ext uri="{FF2B5EF4-FFF2-40B4-BE49-F238E27FC236}">
                <a16:creationId xmlns:a16="http://schemas.microsoft.com/office/drawing/2014/main" id="{089653AF-64FA-4D29-889E-4434B10E66CA}"/>
              </a:ext>
            </a:extLst>
          </p:cNvPr>
          <p:cNvCxnSpPr>
            <a:cxnSpLocks/>
          </p:cNvCxnSpPr>
          <p:nvPr/>
        </p:nvCxnSpPr>
        <p:spPr>
          <a:xfrm>
            <a:off x="10762236" y="2925892"/>
            <a:ext cx="2855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72">
            <a:extLst>
              <a:ext uri="{FF2B5EF4-FFF2-40B4-BE49-F238E27FC236}">
                <a16:creationId xmlns:a16="http://schemas.microsoft.com/office/drawing/2014/main" id="{CB456074-676B-414F-B9C0-8330EF59C1D5}"/>
              </a:ext>
            </a:extLst>
          </p:cNvPr>
          <p:cNvCxnSpPr>
            <a:cxnSpLocks/>
          </p:cNvCxnSpPr>
          <p:nvPr/>
        </p:nvCxnSpPr>
        <p:spPr>
          <a:xfrm>
            <a:off x="1425209" y="6058190"/>
            <a:ext cx="68637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C5A02932-1213-4D7B-BAB9-E15F550E67BD}"/>
              </a:ext>
            </a:extLst>
          </p:cNvPr>
          <p:cNvCxnSpPr>
            <a:cxnSpLocks/>
          </p:cNvCxnSpPr>
          <p:nvPr/>
        </p:nvCxnSpPr>
        <p:spPr>
          <a:xfrm>
            <a:off x="1383474" y="6403901"/>
            <a:ext cx="69054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Losange 178">
            <a:extLst>
              <a:ext uri="{FF2B5EF4-FFF2-40B4-BE49-F238E27FC236}">
                <a16:creationId xmlns:a16="http://schemas.microsoft.com/office/drawing/2014/main" id="{84E9671A-69EC-4277-B97D-2B4737C600EB}"/>
              </a:ext>
            </a:extLst>
          </p:cNvPr>
          <p:cNvSpPr/>
          <p:nvPr/>
        </p:nvSpPr>
        <p:spPr>
          <a:xfrm>
            <a:off x="8768544" y="2889497"/>
            <a:ext cx="1500748" cy="1183922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If </a:t>
            </a:r>
            <a:r>
              <a:rPr lang="fr-FR" sz="800" dirty="0" err="1"/>
              <a:t>ax</a:t>
            </a:r>
            <a:r>
              <a:rPr lang="fr-FR" sz="800" dirty="0"/>
              <a:t> </a:t>
            </a:r>
            <a:r>
              <a:rPr lang="fr-FR" sz="800" dirty="0" err="1"/>
              <a:t>req</a:t>
            </a:r>
            <a:r>
              <a:rPr lang="fr-FR" sz="800" dirty="0"/>
              <a:t> == 0 &amp;&amp; </a:t>
            </a:r>
            <a:r>
              <a:rPr lang="fr-FR" sz="800" dirty="0" err="1"/>
              <a:t>target</a:t>
            </a:r>
            <a:r>
              <a:rPr lang="fr-FR" sz="800" dirty="0"/>
              <a:t> V flag == 1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3C74E329-5581-4871-AD93-A9BD5FA577DE}"/>
              </a:ext>
            </a:extLst>
          </p:cNvPr>
          <p:cNvSpPr txBox="1"/>
          <p:nvPr/>
        </p:nvSpPr>
        <p:spPr>
          <a:xfrm>
            <a:off x="9522497" y="4200499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cxnSp>
        <p:nvCxnSpPr>
          <p:cNvPr id="181" name="Connecteur droit avec flèche 180">
            <a:extLst>
              <a:ext uri="{FF2B5EF4-FFF2-40B4-BE49-F238E27FC236}">
                <a16:creationId xmlns:a16="http://schemas.microsoft.com/office/drawing/2014/main" id="{74F13584-721A-4ECE-A085-FB9029D3E7BB}"/>
              </a:ext>
            </a:extLst>
          </p:cNvPr>
          <p:cNvCxnSpPr>
            <a:cxnSpLocks/>
          </p:cNvCxnSpPr>
          <p:nvPr/>
        </p:nvCxnSpPr>
        <p:spPr>
          <a:xfrm flipV="1">
            <a:off x="9487979" y="2518544"/>
            <a:ext cx="0" cy="266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avec flèche 182">
            <a:extLst>
              <a:ext uri="{FF2B5EF4-FFF2-40B4-BE49-F238E27FC236}">
                <a16:creationId xmlns:a16="http://schemas.microsoft.com/office/drawing/2014/main" id="{A0D29594-7F69-444E-A08A-3A8005BFDCF9}"/>
              </a:ext>
            </a:extLst>
          </p:cNvPr>
          <p:cNvCxnSpPr>
            <a:cxnSpLocks/>
          </p:cNvCxnSpPr>
          <p:nvPr/>
        </p:nvCxnSpPr>
        <p:spPr>
          <a:xfrm>
            <a:off x="9505718" y="4217689"/>
            <a:ext cx="0" cy="276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ZoneTexte 188">
            <a:extLst>
              <a:ext uri="{FF2B5EF4-FFF2-40B4-BE49-F238E27FC236}">
                <a16:creationId xmlns:a16="http://schemas.microsoft.com/office/drawing/2014/main" id="{3CC191C4-0261-4EBC-9E59-4EA66CFE7AB2}"/>
              </a:ext>
            </a:extLst>
          </p:cNvPr>
          <p:cNvSpPr txBox="1"/>
          <p:nvPr/>
        </p:nvSpPr>
        <p:spPr>
          <a:xfrm>
            <a:off x="9497435" y="2623266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no</a:t>
            </a:r>
          </a:p>
        </p:txBody>
      </p:sp>
      <p:cxnSp>
        <p:nvCxnSpPr>
          <p:cNvPr id="197" name="Connecteur droit avec flèche 196">
            <a:extLst>
              <a:ext uri="{FF2B5EF4-FFF2-40B4-BE49-F238E27FC236}">
                <a16:creationId xmlns:a16="http://schemas.microsoft.com/office/drawing/2014/main" id="{36CCAE19-40B7-4D0E-97F8-971733214622}"/>
              </a:ext>
            </a:extLst>
          </p:cNvPr>
          <p:cNvCxnSpPr>
            <a:cxnSpLocks/>
          </p:cNvCxnSpPr>
          <p:nvPr/>
        </p:nvCxnSpPr>
        <p:spPr>
          <a:xfrm>
            <a:off x="7813428" y="4714063"/>
            <a:ext cx="49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eur droit avec flèche 197">
            <a:extLst>
              <a:ext uri="{FF2B5EF4-FFF2-40B4-BE49-F238E27FC236}">
                <a16:creationId xmlns:a16="http://schemas.microsoft.com/office/drawing/2014/main" id="{F1A1C260-9F77-4FB2-946D-67488975FF94}"/>
              </a:ext>
            </a:extLst>
          </p:cNvPr>
          <p:cNvCxnSpPr>
            <a:cxnSpLocks/>
          </p:cNvCxnSpPr>
          <p:nvPr/>
        </p:nvCxnSpPr>
        <p:spPr>
          <a:xfrm>
            <a:off x="10770656" y="3568528"/>
            <a:ext cx="255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911C9D8-22C2-4FA8-B1B3-6F790FD60E80}"/>
              </a:ext>
            </a:extLst>
          </p:cNvPr>
          <p:cNvSpPr/>
          <p:nvPr/>
        </p:nvSpPr>
        <p:spPr>
          <a:xfrm>
            <a:off x="11081857" y="3429000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VC.Steering.AngVel</a:t>
            </a:r>
            <a:endParaRPr lang="fr-FR" sz="1100" dirty="0"/>
          </a:p>
        </p:txBody>
      </p:sp>
      <p:sp>
        <p:nvSpPr>
          <p:cNvPr id="214" name="Losange 213">
            <a:extLst>
              <a:ext uri="{FF2B5EF4-FFF2-40B4-BE49-F238E27FC236}">
                <a16:creationId xmlns:a16="http://schemas.microsoft.com/office/drawing/2014/main" id="{A6A0A0D3-41C2-41A6-8592-D367CB1FB391}"/>
              </a:ext>
            </a:extLst>
          </p:cNvPr>
          <p:cNvSpPr/>
          <p:nvPr/>
        </p:nvSpPr>
        <p:spPr>
          <a:xfrm>
            <a:off x="1780443" y="2964970"/>
            <a:ext cx="981778" cy="84770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/>
              <a:t>If </a:t>
            </a:r>
            <a:r>
              <a:rPr lang="fr-FR" sz="1000" dirty="0" err="1"/>
              <a:t>geard</a:t>
            </a:r>
            <a:r>
              <a:rPr lang="fr-FR" sz="1000" dirty="0"/>
              <a:t> == </a:t>
            </a:r>
            <a:r>
              <a:rPr lang="fr-FR" sz="1000" dirty="0" err="1"/>
              <a:t>geara</a:t>
            </a:r>
            <a:endParaRPr lang="fr-FR" sz="1000" dirty="0"/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571F6E73-77FB-4AF2-B14B-74D070A5EAF3}"/>
              </a:ext>
            </a:extLst>
          </p:cNvPr>
          <p:cNvCxnSpPr>
            <a:cxnSpLocks/>
          </p:cNvCxnSpPr>
          <p:nvPr/>
        </p:nvCxnSpPr>
        <p:spPr>
          <a:xfrm>
            <a:off x="1414810" y="5324851"/>
            <a:ext cx="69190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8A56157C-DDBC-40C6-BA64-ED7DB13AC99B}"/>
              </a:ext>
            </a:extLst>
          </p:cNvPr>
          <p:cNvSpPr/>
          <p:nvPr/>
        </p:nvSpPr>
        <p:spPr>
          <a:xfrm>
            <a:off x="73864" y="5200651"/>
            <a:ext cx="1301793" cy="2662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Hvm</a:t>
            </a:r>
            <a:r>
              <a:rPr lang="fr-FR" sz="1100" dirty="0"/>
              <a:t> </a:t>
            </a:r>
            <a:r>
              <a:rPr lang="fr-FR" sz="1100" dirty="0" err="1"/>
              <a:t>gear</a:t>
            </a:r>
            <a:endParaRPr lang="fr-FR" sz="1100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890B03E9-3B5A-491B-A503-F759866DD41F}"/>
              </a:ext>
            </a:extLst>
          </p:cNvPr>
          <p:cNvSpPr txBox="1"/>
          <p:nvPr/>
        </p:nvSpPr>
        <p:spPr>
          <a:xfrm>
            <a:off x="2420659" y="3691662"/>
            <a:ext cx="3103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00" dirty="0"/>
              <a:t>yes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69D9C0F1-C8C3-42DA-890D-7C96E66EE008}"/>
              </a:ext>
            </a:extLst>
          </p:cNvPr>
          <p:cNvCxnSpPr/>
          <p:nvPr/>
        </p:nvCxnSpPr>
        <p:spPr>
          <a:xfrm>
            <a:off x="2762221" y="3376578"/>
            <a:ext cx="37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2FA84B74-58A1-410A-9432-844E162B19E4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2262798" y="3836143"/>
            <a:ext cx="2342295" cy="877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9D2FEF4-C4B6-4B55-8A51-4982B133C4AE}"/>
              </a:ext>
            </a:extLst>
          </p:cNvPr>
          <p:cNvSpPr/>
          <p:nvPr/>
        </p:nvSpPr>
        <p:spPr>
          <a:xfrm>
            <a:off x="4605093" y="4587661"/>
            <a:ext cx="1232662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geara</a:t>
            </a:r>
            <a:endParaRPr lang="fr-FR" sz="1100" dirty="0"/>
          </a:p>
        </p:txBody>
      </p: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1F1ABC91-A942-4A3B-8910-E1FFBF4C1780}"/>
              </a:ext>
            </a:extLst>
          </p:cNvPr>
          <p:cNvCxnSpPr>
            <a:cxnSpLocks/>
            <a:stCxn id="87" idx="3"/>
            <a:endCxn id="123" idx="1"/>
          </p:cNvCxnSpPr>
          <p:nvPr/>
        </p:nvCxnSpPr>
        <p:spPr>
          <a:xfrm flipV="1">
            <a:off x="5837755" y="4707491"/>
            <a:ext cx="616611" cy="6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leau 14">
            <a:extLst>
              <a:ext uri="{FF2B5EF4-FFF2-40B4-BE49-F238E27FC236}">
                <a16:creationId xmlns:a16="http://schemas.microsoft.com/office/drawing/2014/main" id="{2FB23489-412F-4552-A46B-B3AB0D24C04B}"/>
              </a:ext>
            </a:extLst>
          </p:cNvPr>
          <p:cNvGraphicFramePr>
            <a:graphicFrameLocks noGrp="1"/>
          </p:cNvGraphicFramePr>
          <p:nvPr/>
        </p:nvGraphicFramePr>
        <p:xfrm>
          <a:off x="2996133" y="2836825"/>
          <a:ext cx="4630724" cy="1209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681">
                  <a:extLst>
                    <a:ext uri="{9D8B030D-6E8A-4147-A177-3AD203B41FA5}">
                      <a16:colId xmlns:a16="http://schemas.microsoft.com/office/drawing/2014/main" val="2777180845"/>
                    </a:ext>
                  </a:extLst>
                </a:gridCol>
                <a:gridCol w="1157683">
                  <a:extLst>
                    <a:ext uri="{9D8B030D-6E8A-4147-A177-3AD203B41FA5}">
                      <a16:colId xmlns:a16="http://schemas.microsoft.com/office/drawing/2014/main" val="277706883"/>
                    </a:ext>
                  </a:extLst>
                </a:gridCol>
                <a:gridCol w="1157679">
                  <a:extLst>
                    <a:ext uri="{9D8B030D-6E8A-4147-A177-3AD203B41FA5}">
                      <a16:colId xmlns:a16="http://schemas.microsoft.com/office/drawing/2014/main" val="4004835797"/>
                    </a:ext>
                  </a:extLst>
                </a:gridCol>
                <a:gridCol w="1157681">
                  <a:extLst>
                    <a:ext uri="{9D8B030D-6E8A-4147-A177-3AD203B41FA5}">
                      <a16:colId xmlns:a16="http://schemas.microsoft.com/office/drawing/2014/main" val="4051038229"/>
                    </a:ext>
                  </a:extLst>
                </a:gridCol>
              </a:tblGrid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Driver\</a:t>
                      </a:r>
                    </a:p>
                    <a:p>
                      <a:r>
                        <a:rPr lang="fr-FR" sz="800" dirty="0"/>
                        <a:t>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343501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102140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86166"/>
                  </a:ext>
                </a:extLst>
              </a:tr>
              <a:tr h="291412"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biggest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 err="1"/>
                        <a:t>Choose</a:t>
                      </a:r>
                      <a:r>
                        <a:rPr lang="fr-FR" sz="800" dirty="0"/>
                        <a:t> </a:t>
                      </a:r>
                      <a:r>
                        <a:rPr lang="fr-FR" sz="800" dirty="0" err="1"/>
                        <a:t>smallest</a:t>
                      </a:r>
                      <a:endParaRPr lang="fr-F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23648"/>
                  </a:ext>
                </a:extLst>
              </a:tr>
            </a:tbl>
          </a:graphicData>
        </a:graphic>
      </p:graphicFrame>
      <p:cxnSp>
        <p:nvCxnSpPr>
          <p:cNvPr id="90" name="Connecteur droit avec flèche 89">
            <a:extLst>
              <a:ext uri="{FF2B5EF4-FFF2-40B4-BE49-F238E27FC236}">
                <a16:creationId xmlns:a16="http://schemas.microsoft.com/office/drawing/2014/main" id="{A9446477-1817-4C6F-9767-B8FC50025A55}"/>
              </a:ext>
            </a:extLst>
          </p:cNvPr>
          <p:cNvCxnSpPr>
            <a:cxnSpLocks/>
            <a:stCxn id="113" idx="4"/>
          </p:cNvCxnSpPr>
          <p:nvPr/>
        </p:nvCxnSpPr>
        <p:spPr>
          <a:xfrm>
            <a:off x="4584855" y="4433709"/>
            <a:ext cx="9019" cy="11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76B07122-D2A6-4B4E-A7F9-F765488B79A2}"/>
              </a:ext>
            </a:extLst>
          </p:cNvPr>
          <p:cNvCxnSpPr>
            <a:cxnSpLocks/>
          </p:cNvCxnSpPr>
          <p:nvPr/>
        </p:nvCxnSpPr>
        <p:spPr>
          <a:xfrm flipH="1" flipV="1">
            <a:off x="4376424" y="3226381"/>
            <a:ext cx="100670" cy="995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00FEE52B-058C-4394-B6A8-62E10A626E8F}"/>
              </a:ext>
            </a:extLst>
          </p:cNvPr>
          <p:cNvCxnSpPr>
            <a:cxnSpLocks/>
          </p:cNvCxnSpPr>
          <p:nvPr/>
        </p:nvCxnSpPr>
        <p:spPr>
          <a:xfrm flipV="1">
            <a:off x="4586852" y="3131306"/>
            <a:ext cx="1086379" cy="11360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028F40B5-33D3-45B8-A4F6-8AB59F48EA42}"/>
              </a:ext>
            </a:extLst>
          </p:cNvPr>
          <p:cNvCxnSpPr>
            <a:cxnSpLocks/>
          </p:cNvCxnSpPr>
          <p:nvPr/>
        </p:nvCxnSpPr>
        <p:spPr>
          <a:xfrm flipV="1">
            <a:off x="4638582" y="3226381"/>
            <a:ext cx="2036425" cy="1072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E595F2E2-9947-4EF6-839D-78EAE77ADB9C}"/>
              </a:ext>
            </a:extLst>
          </p:cNvPr>
          <p:cNvCxnSpPr>
            <a:cxnSpLocks/>
          </p:cNvCxnSpPr>
          <p:nvPr/>
        </p:nvCxnSpPr>
        <p:spPr>
          <a:xfrm flipV="1">
            <a:off x="4519736" y="3378781"/>
            <a:ext cx="9088" cy="843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5A7BC632-7AEF-4D80-A57B-3690A083A702}"/>
              </a:ext>
            </a:extLst>
          </p:cNvPr>
          <p:cNvCxnSpPr>
            <a:cxnSpLocks/>
          </p:cNvCxnSpPr>
          <p:nvPr/>
        </p:nvCxnSpPr>
        <p:spPr>
          <a:xfrm flipV="1">
            <a:off x="4586852" y="3674492"/>
            <a:ext cx="225799" cy="54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A9D7941C-3956-459E-9100-C76B74AE516B}"/>
              </a:ext>
            </a:extLst>
          </p:cNvPr>
          <p:cNvCxnSpPr>
            <a:cxnSpLocks/>
          </p:cNvCxnSpPr>
          <p:nvPr/>
        </p:nvCxnSpPr>
        <p:spPr>
          <a:xfrm flipV="1">
            <a:off x="4598756" y="3533517"/>
            <a:ext cx="1003177" cy="749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C97380AB-706B-4E34-BED9-0E799D1AEA64}"/>
              </a:ext>
            </a:extLst>
          </p:cNvPr>
          <p:cNvCxnSpPr>
            <a:cxnSpLocks/>
          </p:cNvCxnSpPr>
          <p:nvPr/>
        </p:nvCxnSpPr>
        <p:spPr>
          <a:xfrm flipV="1">
            <a:off x="4652563" y="3454282"/>
            <a:ext cx="2074174" cy="886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14DFD578-A49E-463B-A700-C40B4F6C2770}"/>
              </a:ext>
            </a:extLst>
          </p:cNvPr>
          <p:cNvCxnSpPr>
            <a:cxnSpLocks/>
          </p:cNvCxnSpPr>
          <p:nvPr/>
        </p:nvCxnSpPr>
        <p:spPr>
          <a:xfrm flipV="1">
            <a:off x="4652563" y="3629984"/>
            <a:ext cx="1020668" cy="619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lipse 112">
            <a:extLst>
              <a:ext uri="{FF2B5EF4-FFF2-40B4-BE49-F238E27FC236}">
                <a16:creationId xmlns:a16="http://schemas.microsoft.com/office/drawing/2014/main" id="{ECF6436C-FD75-4D4C-9FE9-ABB3F93786FA}"/>
              </a:ext>
            </a:extLst>
          </p:cNvPr>
          <p:cNvSpPr/>
          <p:nvPr/>
        </p:nvSpPr>
        <p:spPr>
          <a:xfrm>
            <a:off x="4412530" y="4139059"/>
            <a:ext cx="344649" cy="2946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A0031406-AAF3-45D5-A5CC-6DC99ADD80A2}"/>
              </a:ext>
            </a:extLst>
          </p:cNvPr>
          <p:cNvCxnSpPr>
            <a:cxnSpLocks/>
            <a:stCxn id="113" idx="6"/>
          </p:cNvCxnSpPr>
          <p:nvPr/>
        </p:nvCxnSpPr>
        <p:spPr>
          <a:xfrm flipV="1">
            <a:off x="4757179" y="3884057"/>
            <a:ext cx="1960444" cy="402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avec flèche 116">
            <a:extLst>
              <a:ext uri="{FF2B5EF4-FFF2-40B4-BE49-F238E27FC236}">
                <a16:creationId xmlns:a16="http://schemas.microsoft.com/office/drawing/2014/main" id="{9AF02151-C2A2-4537-907D-B5E1F02186AE}"/>
              </a:ext>
            </a:extLst>
          </p:cNvPr>
          <p:cNvCxnSpPr>
            <a:cxnSpLocks/>
            <a:endCxn id="120" idx="1"/>
          </p:cNvCxnSpPr>
          <p:nvPr/>
        </p:nvCxnSpPr>
        <p:spPr>
          <a:xfrm>
            <a:off x="4733237" y="4330998"/>
            <a:ext cx="580331" cy="6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F9AEE3B-C34E-41CF-8ED8-B0CBDC0D00B4}"/>
              </a:ext>
            </a:extLst>
          </p:cNvPr>
          <p:cNvSpPr/>
          <p:nvPr/>
        </p:nvSpPr>
        <p:spPr>
          <a:xfrm>
            <a:off x="5313568" y="4211605"/>
            <a:ext cx="1478309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gear</a:t>
            </a:r>
            <a:r>
              <a:rPr lang="fr-FR" sz="1100" dirty="0"/>
              <a:t> </a:t>
            </a:r>
            <a:r>
              <a:rPr lang="fr-FR" sz="1100" dirty="0" err="1"/>
              <a:t>req</a:t>
            </a:r>
            <a:r>
              <a:rPr lang="fr-FR" sz="1100" dirty="0"/>
              <a:t> = </a:t>
            </a:r>
            <a:r>
              <a:rPr lang="fr-FR" sz="1100" dirty="0" err="1"/>
              <a:t>truth</a:t>
            </a:r>
            <a:r>
              <a:rPr lang="fr-FR" sz="1100" dirty="0"/>
              <a:t> table</a:t>
            </a:r>
          </a:p>
        </p:txBody>
      </p: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B80040FE-0523-40D0-87D9-CC48E4178374}"/>
              </a:ext>
            </a:extLst>
          </p:cNvPr>
          <p:cNvCxnSpPr>
            <a:cxnSpLocks/>
            <a:stCxn id="120" idx="2"/>
            <a:endCxn id="123" idx="1"/>
          </p:cNvCxnSpPr>
          <p:nvPr/>
        </p:nvCxnSpPr>
        <p:spPr>
          <a:xfrm>
            <a:off x="6052723" y="4463275"/>
            <a:ext cx="401643" cy="24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Grafik 10">
            <a:extLst>
              <a:ext uri="{FF2B5EF4-FFF2-40B4-BE49-F238E27FC236}">
                <a16:creationId xmlns:a16="http://schemas.microsoft.com/office/drawing/2014/main" id="{8ABDF47B-10A8-4766-8772-3F3EF30BD9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958" y="6054385"/>
            <a:ext cx="1478057" cy="449625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2305B3B-3C0B-4640-B9B9-3C769271E329}"/>
              </a:ext>
            </a:extLst>
          </p:cNvPr>
          <p:cNvSpPr txBox="1"/>
          <p:nvPr/>
        </p:nvSpPr>
        <p:spPr>
          <a:xfrm>
            <a:off x="10762236" y="677913"/>
            <a:ext cx="11101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hlinkClick r:id="rId6"/>
              </a:rPr>
              <a:t>IPGDriver_Passive.pdf (ipg-automotive.com)</a:t>
            </a:r>
            <a:endParaRPr lang="fr-FR" sz="9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3ACEFD9-FBC3-4454-84C5-BB5C353A95E4}"/>
              </a:ext>
            </a:extLst>
          </p:cNvPr>
          <p:cNvSpPr/>
          <p:nvPr/>
        </p:nvSpPr>
        <p:spPr>
          <a:xfrm>
            <a:off x="11081856" y="3792052"/>
            <a:ext cx="1110143" cy="251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 err="1"/>
              <a:t>VC.Steering.Trq</a:t>
            </a:r>
            <a:endParaRPr lang="fr-FR" sz="1100" dirty="0"/>
          </a:p>
        </p:txBody>
      </p: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F67A4670-D238-4E8A-B1E9-166AE6B8D453}"/>
              </a:ext>
            </a:extLst>
          </p:cNvPr>
          <p:cNvCxnSpPr>
            <a:cxnSpLocks/>
          </p:cNvCxnSpPr>
          <p:nvPr/>
        </p:nvCxnSpPr>
        <p:spPr>
          <a:xfrm>
            <a:off x="10777363" y="3887733"/>
            <a:ext cx="255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8ABE9D1-3558-4392-9CB6-CB868424C61F}"/>
              </a:ext>
            </a:extLst>
          </p:cNvPr>
          <p:cNvSpPr/>
          <p:nvPr/>
        </p:nvSpPr>
        <p:spPr>
          <a:xfrm>
            <a:off x="11047780" y="1533858"/>
            <a:ext cx="1110143" cy="415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FR = </a:t>
            </a:r>
            <a:r>
              <a:rPr lang="fr-FR" sz="1100" dirty="0" err="1"/>
              <a:t>Susp_Ext.Kin_tExt</a:t>
            </a:r>
            <a:r>
              <a:rPr lang="fr-FR" sz="1100" dirty="0"/>
              <a:t>[1][5]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85F6DEF-4449-477B-BD25-683B62D36058}"/>
              </a:ext>
            </a:extLst>
          </p:cNvPr>
          <p:cNvSpPr/>
          <p:nvPr/>
        </p:nvSpPr>
        <p:spPr>
          <a:xfrm>
            <a:off x="11047780" y="1986407"/>
            <a:ext cx="1110143" cy="4150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/>
              <a:t>FL = </a:t>
            </a:r>
            <a:r>
              <a:rPr lang="fr-FR" sz="1100" dirty="0" err="1"/>
              <a:t>Susp_Ext.Kin_tExt</a:t>
            </a:r>
            <a:r>
              <a:rPr lang="fr-FR" sz="1100" dirty="0"/>
              <a:t>[0][5]</a:t>
            </a:r>
          </a:p>
        </p:txBody>
      </p:sp>
      <p:cxnSp>
        <p:nvCxnSpPr>
          <p:cNvPr id="132" name="Connecteur droit avec flèche 131">
            <a:extLst>
              <a:ext uri="{FF2B5EF4-FFF2-40B4-BE49-F238E27FC236}">
                <a16:creationId xmlns:a16="http://schemas.microsoft.com/office/drawing/2014/main" id="{F432BBC6-CF61-44F3-9099-D08D4AF12D9F}"/>
              </a:ext>
            </a:extLst>
          </p:cNvPr>
          <p:cNvCxnSpPr>
            <a:cxnSpLocks/>
          </p:cNvCxnSpPr>
          <p:nvPr/>
        </p:nvCxnSpPr>
        <p:spPr>
          <a:xfrm>
            <a:off x="10751708" y="1829889"/>
            <a:ext cx="255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21884C9C-48AF-4F3A-9CAB-F6593C581F16}"/>
              </a:ext>
            </a:extLst>
          </p:cNvPr>
          <p:cNvCxnSpPr>
            <a:cxnSpLocks/>
          </p:cNvCxnSpPr>
          <p:nvPr/>
        </p:nvCxnSpPr>
        <p:spPr>
          <a:xfrm>
            <a:off x="10758415" y="2149094"/>
            <a:ext cx="2552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1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</Words>
  <Application>Microsoft Office PowerPoint</Application>
  <PresentationFormat>Breitbild</PresentationFormat>
  <Paragraphs>202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Walter Robin (XC-DX/EDI2)</dc:creator>
  <cp:lastModifiedBy>Herrera Rafael (XC-DX/EDI2)</cp:lastModifiedBy>
  <cp:revision>30</cp:revision>
  <dcterms:created xsi:type="dcterms:W3CDTF">2023-01-19T09:16:48Z</dcterms:created>
  <dcterms:modified xsi:type="dcterms:W3CDTF">2023-02-16T12:16:46Z</dcterms:modified>
</cp:coreProperties>
</file>