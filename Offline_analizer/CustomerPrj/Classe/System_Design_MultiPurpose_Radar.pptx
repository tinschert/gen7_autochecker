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7"/>
  </p:sldMasterIdLst>
  <p:notesMasterIdLst>
    <p:notesMasterId r:id="rId13"/>
  </p:notesMasterIdLst>
  <p:sldIdLst>
    <p:sldId id="270" r:id="rId8"/>
    <p:sldId id="273" r:id="rId9"/>
    <p:sldId id="275" r:id="rId10"/>
    <p:sldId id="285" r:id="rId11"/>
    <p:sldId id="284" r:id="rId12"/>
  </p:sldIdLst>
  <p:sldSz cx="12192000" cy="6858000"/>
  <p:notesSz cx="6858000" cy="9144000"/>
  <p:custDataLst>
    <p:tags r:id="rId14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569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91387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37081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82775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284689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741627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3198565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655502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006600"/>
    <a:srgbClr val="B6DF89"/>
    <a:srgbClr val="00CC00"/>
    <a:srgbClr val="00FF00"/>
    <a:srgbClr val="19FF81"/>
    <a:srgbClr val="E1FFE1"/>
    <a:srgbClr val="FFCCCC"/>
    <a:srgbClr val="FFFF99"/>
    <a:srgbClr val="C7E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5" Type="http://schemas.openxmlformats.org/officeDocument/2006/relationships/customXml" Target="../customXml/item5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10.01.2025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1pPr>
    <a:lvl2pPr marL="508132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2pPr>
    <a:lvl3pPr marL="1016264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3pPr>
    <a:lvl4pPr marL="1524396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4pPr>
    <a:lvl5pPr marL="2032528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5pPr>
    <a:lvl6pPr marL="2540660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6pPr>
    <a:lvl7pPr marL="3048792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7pPr>
    <a:lvl8pPr marL="3556925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8pPr>
    <a:lvl9pPr marL="4065057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enutzerdefinierte 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Kap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Kapitel­überschrift hinzufügen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288073"/>
            <a:ext cx="10975176" cy="5785488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„Zitat hinzufügen”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2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zi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288073"/>
            <a:ext cx="10975176" cy="5785488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Fazit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88083" y="1440370"/>
            <a:ext cx="11615361" cy="4633191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10250966" y="287939"/>
            <a:ext cx="1880544" cy="864357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2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88083" y="288074"/>
            <a:ext cx="11615361" cy="8642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87597" y="1440370"/>
            <a:ext cx="11615361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Inhalt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5401563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05882" y="1440369"/>
            <a:ext cx="5401563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3584" userDrawn="1">
          <p15:clr>
            <a:srgbClr val="FBAE40"/>
          </p15:clr>
        </p15:guide>
        <p15:guide id="9" pos="409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8402431" y="1440369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45257" y="1440370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2373" userDrawn="1">
          <p15:clr>
            <a:srgbClr val="FBAE40"/>
          </p15:clr>
        </p15:guide>
        <p15:guide id="9" pos="2736" userDrawn="1">
          <p15:clr>
            <a:srgbClr val="FBAE40"/>
          </p15:clr>
        </p15:guide>
        <p15:guide id="10" pos="4928" userDrawn="1">
          <p15:clr>
            <a:srgbClr val="FBAE40"/>
          </p15:clr>
        </p15:guide>
        <p15:guide id="11" pos="52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7950" y="1439702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168340" y="1439702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228145" y="1439703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9108536" y="1439703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1944" userDrawn="1">
          <p15:clr>
            <a:srgbClr val="FBAE40"/>
          </p15:clr>
        </p15:guide>
        <p15:guide id="9" pos="2033" userDrawn="1">
          <p15:clr>
            <a:srgbClr val="FBAE40"/>
          </p15:clr>
        </p15:guide>
        <p15:guide id="10" pos="3797" userDrawn="1">
          <p15:clr>
            <a:srgbClr val="FBAE40"/>
          </p15:clr>
        </p15:guide>
        <p15:guide id="11" pos="3884" userDrawn="1">
          <p15:clr>
            <a:srgbClr val="FBAE40"/>
          </p15:clr>
        </p15:guide>
        <p15:guide id="12" pos="5648" userDrawn="1">
          <p15:clr>
            <a:srgbClr val="FBAE40"/>
          </p15:clr>
        </p15:guide>
        <p15:guide id="13" pos="573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Inhalt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11615361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11615361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505882" y="1440369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6505882" y="3828986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  <p15:guide id="10" pos="3584" userDrawn="1">
          <p15:clr>
            <a:srgbClr val="FBAE40"/>
          </p15:clr>
        </p15:guide>
        <p15:guide id="11" pos="409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4345257" y="1440369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8402431" y="1440369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4345257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8402431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2378" userDrawn="1">
          <p15:clr>
            <a:srgbClr val="FBAE40"/>
          </p15:clr>
        </p15:guide>
        <p15:guide id="9" pos="2731" userDrawn="1">
          <p15:clr>
            <a:srgbClr val="FBAE40"/>
          </p15:clr>
        </p15:guide>
        <p15:guide id="10" pos="4928" userDrawn="1">
          <p15:clr>
            <a:srgbClr val="FBAE40"/>
          </p15:clr>
        </p15:guide>
        <p15:guide id="11" pos="5292" userDrawn="1">
          <p15:clr>
            <a:srgbClr val="FBAE40"/>
          </p15:clr>
        </p15:guide>
        <p15:guide id="12" orient="horz" pos="2323" userDrawn="1">
          <p15:clr>
            <a:srgbClr val="FBAE40"/>
          </p15:clr>
        </p15:guide>
        <p15:guide id="13" orient="horz" pos="241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228934" y="1440369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9110636" y="1440369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228934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9110636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6169785" y="1440370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6169785" y="3828985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  <p15:guide id="10" pos="1944" userDrawn="1">
          <p15:clr>
            <a:srgbClr val="FBAE40"/>
          </p15:clr>
        </p15:guide>
        <p15:guide id="11" pos="2034" userDrawn="1">
          <p15:clr>
            <a:srgbClr val="FBAE40"/>
          </p15:clr>
        </p15:guide>
        <p15:guide id="12" pos="3797" userDrawn="1">
          <p15:clr>
            <a:srgbClr val="FBAE40"/>
          </p15:clr>
        </p15:guide>
        <p15:guide id="13" pos="3887" userDrawn="1">
          <p15:clr>
            <a:srgbClr val="FBAE40"/>
          </p15:clr>
        </p15:guide>
        <p15:guide id="14" pos="5648" userDrawn="1">
          <p15:clr>
            <a:srgbClr val="FBAE40"/>
          </p15:clr>
        </p15:guide>
        <p15:guide id="15" pos="573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ollbild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Abschluss­worte hinzufügen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83" y="720185"/>
            <a:ext cx="11615361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83" y="1440370"/>
            <a:ext cx="11615361" cy="46331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659180" y="6272591"/>
            <a:ext cx="10172821" cy="119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Cross-Domain Computing Solutions | XC-DX/EDI2 | 18.02.2022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2022.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660191" y="6273613"/>
            <a:ext cx="10174944" cy="1200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Design </a:t>
            </a:r>
            <a:r>
              <a:rPr lang="hu-HU" dirty="0" err="1" smtClean="0"/>
              <a:t>Multipurpose</a:t>
            </a:r>
            <a:r>
              <a:rPr lang="hu-HU" dirty="0" smtClean="0"/>
              <a:t> radar </a:t>
            </a:r>
            <a:r>
              <a:rPr lang="hu-HU" dirty="0" err="1" smtClean="0"/>
              <a:t>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767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Multipurpose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Radar </a:t>
            </a:r>
            <a:r>
              <a:rPr lang="hu-HU" dirty="0" err="1" smtClean="0">
                <a:solidFill>
                  <a:schemeClr val="accent1">
                    <a:lumMod val="75000"/>
                  </a:schemeClr>
                </a:solidFill>
              </a:rPr>
              <a:t>model</a:t>
            </a:r>
            <a:r>
              <a:rPr lang="hu-HU" sz="2000" dirty="0" smtClean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hu-HU" sz="2000" dirty="0" err="1" smtClean="0">
                <a:solidFill>
                  <a:schemeClr val="accent1">
                    <a:lumMod val="75000"/>
                  </a:schemeClr>
                </a:solidFill>
              </a:rPr>
              <a:t>Concept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7" name="ZoneTexte 6"/>
          <p:cNvSpPr txBox="1"/>
          <p:nvPr/>
        </p:nvSpPr>
        <p:spPr>
          <a:xfrm>
            <a:off x="296419" y="890009"/>
            <a:ext cx="10028712" cy="4643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11137" lvl="1" fontAlgn="auto">
              <a:spcBef>
                <a:spcPts val="500"/>
              </a:spcBef>
              <a:spcAft>
                <a:spcPts val="0"/>
              </a:spcAft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8083" y="890009"/>
            <a:ext cx="11095778" cy="53656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L="266700" indent="-266700" rtl="0">
              <a:buFont typeface="+mj-lt"/>
              <a:buAutoNum type="arabicPeriod"/>
            </a:pPr>
            <a:r>
              <a:rPr lang="hu-HU" sz="1400" b="1" dirty="0" err="1" smtClean="0"/>
              <a:t>Concept</a:t>
            </a:r>
            <a:r>
              <a:rPr lang="hu-HU" sz="1400" dirty="0" smtClean="0"/>
              <a:t>: </a:t>
            </a:r>
            <a:r>
              <a:rPr lang="hu-HU" sz="1400" dirty="0" smtClean="0"/>
              <a:t>The main </a:t>
            </a:r>
            <a:r>
              <a:rPr lang="hu-HU" sz="1400" dirty="0" err="1" smtClean="0"/>
              <a:t>concept</a:t>
            </a:r>
            <a:r>
              <a:rPr lang="hu-HU" sz="1400" dirty="0" smtClean="0"/>
              <a:t> of </a:t>
            </a:r>
            <a:r>
              <a:rPr lang="hu-HU" sz="1400" dirty="0" err="1" smtClean="0"/>
              <a:t>Multipurpose</a:t>
            </a:r>
            <a:r>
              <a:rPr lang="hu-HU" sz="1400" dirty="0" smtClean="0"/>
              <a:t> Radar </a:t>
            </a:r>
            <a:r>
              <a:rPr lang="hu-HU" sz="1400" dirty="0" err="1" smtClean="0"/>
              <a:t>model</a:t>
            </a:r>
            <a:r>
              <a:rPr lang="hu-HU" sz="1400" dirty="0" smtClean="0"/>
              <a:t> </a:t>
            </a:r>
            <a:r>
              <a:rPr lang="hu-HU" sz="1400" dirty="0" err="1" smtClean="0"/>
              <a:t>to</a:t>
            </a:r>
            <a:r>
              <a:rPr lang="hu-HU" sz="1400" dirty="0" smtClean="0"/>
              <a:t> </a:t>
            </a:r>
            <a:r>
              <a:rPr lang="hu-HU" sz="1400" dirty="0" err="1" smtClean="0"/>
              <a:t>simulate</a:t>
            </a:r>
            <a:r>
              <a:rPr lang="hu-HU" sz="1400" dirty="0" smtClean="0"/>
              <a:t> radar </a:t>
            </a:r>
            <a:r>
              <a:rPr lang="hu-HU" sz="1400" dirty="0" err="1" smtClean="0"/>
              <a:t>objects</a:t>
            </a:r>
            <a:r>
              <a:rPr lang="hu-HU" sz="1400" dirty="0" smtClean="0"/>
              <a:t>/</a:t>
            </a:r>
            <a:r>
              <a:rPr lang="hu-HU" sz="1400" dirty="0" err="1" smtClean="0"/>
              <a:t>location</a:t>
            </a:r>
            <a:r>
              <a:rPr lang="hu-HU" sz="1400" dirty="0" err="1" smtClean="0"/>
              <a:t>s</a:t>
            </a:r>
            <a:r>
              <a:rPr lang="hu-HU" sz="1400" dirty="0" smtClean="0"/>
              <a:t> </a:t>
            </a:r>
            <a:r>
              <a:rPr lang="hu-HU" sz="1400" dirty="0" err="1" smtClean="0"/>
              <a:t>from</a:t>
            </a:r>
            <a:r>
              <a:rPr lang="hu-HU" sz="1400" dirty="0" smtClean="0"/>
              <a:t>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same</a:t>
            </a:r>
            <a:r>
              <a:rPr lang="hu-HU" sz="1400" dirty="0" smtClean="0"/>
              <a:t> radar </a:t>
            </a:r>
            <a:r>
              <a:rPr lang="hu-HU" sz="1400" dirty="0" err="1" smtClean="0"/>
              <a:t>sensor</a:t>
            </a:r>
            <a:r>
              <a:rPr lang="hu-HU" sz="1400" dirty="0" smtClean="0"/>
              <a:t> </a:t>
            </a:r>
            <a:r>
              <a:rPr lang="hu-HU" sz="1400" dirty="0" err="1" smtClean="0"/>
              <a:t>for</a:t>
            </a:r>
            <a:r>
              <a:rPr lang="hu-HU" sz="1400" dirty="0" smtClean="0"/>
              <a:t> </a:t>
            </a:r>
            <a:r>
              <a:rPr lang="hu-HU" sz="1400" dirty="0" err="1" smtClean="0"/>
              <a:t>both</a:t>
            </a:r>
            <a:r>
              <a:rPr lang="hu-HU" sz="1400" dirty="0" smtClean="0"/>
              <a:t> </a:t>
            </a:r>
            <a:r>
              <a:rPr lang="hu-HU" sz="1400" dirty="0" err="1" smtClean="0"/>
              <a:t>Driving</a:t>
            </a:r>
            <a:r>
              <a:rPr lang="hu-HU" sz="1400" dirty="0" smtClean="0"/>
              <a:t> and Parking </a:t>
            </a:r>
            <a:r>
              <a:rPr lang="hu-HU" sz="1400" dirty="0" err="1" smtClean="0"/>
              <a:t>applying</a:t>
            </a:r>
            <a:r>
              <a:rPr lang="hu-HU" sz="1400" dirty="0" smtClean="0"/>
              <a:t> </a:t>
            </a:r>
            <a:r>
              <a:rPr lang="hu-HU" sz="1400" dirty="0" err="1" smtClean="0"/>
              <a:t>alternation</a:t>
            </a:r>
            <a:r>
              <a:rPr lang="hu-HU" sz="1400" dirty="0" smtClean="0"/>
              <a:t> of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simulated</a:t>
            </a:r>
            <a:r>
              <a:rPr lang="hu-HU" sz="1400" dirty="0" smtClean="0"/>
              <a:t> </a:t>
            </a:r>
            <a:r>
              <a:rPr lang="hu-HU" sz="1400" dirty="0" err="1" smtClean="0"/>
              <a:t>content</a:t>
            </a:r>
            <a:r>
              <a:rPr lang="hu-HU" sz="1400" dirty="0" smtClean="0"/>
              <a:t>.</a:t>
            </a:r>
          </a:p>
          <a:p>
            <a:pPr marL="266700" indent="-266700" rtl="0">
              <a:buFont typeface="+mj-lt"/>
              <a:buAutoNum type="arabicPeriod"/>
            </a:pPr>
            <a:r>
              <a:rPr lang="hu-HU" sz="1400" b="1" dirty="0" err="1" smtClean="0"/>
              <a:t>Solution</a:t>
            </a:r>
            <a:r>
              <a:rPr lang="hu-HU" sz="1400" dirty="0" smtClean="0"/>
              <a:t>: </a:t>
            </a:r>
          </a:p>
          <a:p>
            <a:pPr marL="723638" lvl="2" indent="-266700">
              <a:buFont typeface="Arial" panose="020B0604020202020204" pitchFamily="34" charset="0"/>
              <a:buChar char="•"/>
            </a:pPr>
            <a:r>
              <a:rPr lang="hu-HU" sz="1400" dirty="0" err="1" smtClean="0"/>
              <a:t>Simulation</a:t>
            </a:r>
            <a:r>
              <a:rPr lang="hu-HU" sz="1400" dirty="0" smtClean="0"/>
              <a:t> </a:t>
            </a:r>
            <a:r>
              <a:rPr lang="hu-HU" sz="1400" dirty="0" err="1" smtClean="0"/>
              <a:t>environment</a:t>
            </a:r>
            <a:r>
              <a:rPr lang="hu-HU" sz="1400" dirty="0" smtClean="0"/>
              <a:t> (</a:t>
            </a:r>
            <a:r>
              <a:rPr lang="hu-HU" sz="1400" dirty="0" err="1" smtClean="0"/>
              <a:t>the</a:t>
            </a:r>
            <a:r>
              <a:rPr lang="hu-HU" sz="1400" dirty="0" smtClean="0"/>
              <a:t> radar </a:t>
            </a:r>
            <a:r>
              <a:rPr lang="hu-HU" sz="1400" dirty="0" err="1" smtClean="0"/>
              <a:t>content</a:t>
            </a:r>
            <a:r>
              <a:rPr lang="hu-HU" sz="1400" dirty="0" smtClean="0"/>
              <a:t> is </a:t>
            </a:r>
            <a:r>
              <a:rPr lang="hu-HU" sz="1400" dirty="0" err="1" smtClean="0"/>
              <a:t>received</a:t>
            </a:r>
            <a:r>
              <a:rPr lang="hu-HU" sz="1400" dirty="0" smtClean="0"/>
              <a:t> </a:t>
            </a:r>
            <a:r>
              <a:rPr lang="hu-HU" sz="1400" dirty="0" err="1" smtClean="0"/>
              <a:t>from</a:t>
            </a:r>
            <a:r>
              <a:rPr lang="hu-HU" sz="1400" dirty="0" smtClean="0"/>
              <a:t>): </a:t>
            </a:r>
            <a:r>
              <a:rPr lang="hu-HU" sz="1400" b="1" dirty="0" err="1" smtClean="0"/>
              <a:t>CaRMaker</a:t>
            </a:r>
            <a:endParaRPr lang="hu-HU" sz="1400" b="1" dirty="0" smtClean="0"/>
          </a:p>
          <a:p>
            <a:pPr marL="723638" lvl="2" indent="-266700">
              <a:buFont typeface="Arial" panose="020B0604020202020204" pitchFamily="34" charset="0"/>
              <a:buChar char="•"/>
            </a:pPr>
            <a:r>
              <a:rPr lang="hu-HU" sz="1400" dirty="0" smtClean="0"/>
              <a:t>RBS </a:t>
            </a:r>
            <a:r>
              <a:rPr lang="hu-HU" sz="1400" dirty="0" err="1" smtClean="0"/>
              <a:t>environment</a:t>
            </a:r>
            <a:r>
              <a:rPr lang="hu-HU" sz="1400" dirty="0" smtClean="0"/>
              <a:t> (</a:t>
            </a:r>
            <a:r>
              <a:rPr lang="hu-HU" sz="1400" dirty="0" err="1" smtClean="0"/>
              <a:t>bus</a:t>
            </a:r>
            <a:r>
              <a:rPr lang="hu-HU" sz="1400" dirty="0" smtClean="0"/>
              <a:t> </a:t>
            </a:r>
            <a:r>
              <a:rPr lang="hu-HU" sz="1400" dirty="0" err="1" smtClean="0"/>
              <a:t>communation</a:t>
            </a:r>
            <a:r>
              <a:rPr lang="hu-HU" sz="1400" dirty="0" smtClean="0"/>
              <a:t>): </a:t>
            </a:r>
            <a:r>
              <a:rPr lang="hu-HU" sz="1400" b="1" dirty="0" err="1" smtClean="0"/>
              <a:t>CANoe</a:t>
            </a:r>
            <a:endParaRPr lang="hu-HU" sz="1400" b="1" dirty="0" smtClean="0"/>
          </a:p>
          <a:p>
            <a:pPr marL="723638" lvl="2" indent="-266700">
              <a:buFont typeface="Arial" panose="020B0604020202020204" pitchFamily="34" charset="0"/>
              <a:buChar char="•"/>
            </a:pPr>
            <a:r>
              <a:rPr lang="hu-HU" sz="1400" dirty="0" smtClean="0"/>
              <a:t>T</a:t>
            </a:r>
            <a:r>
              <a:rPr lang="hu-HU" sz="1400" dirty="0" smtClean="0"/>
              <a:t>he </a:t>
            </a:r>
            <a:r>
              <a:rPr lang="hu-HU" sz="1400" dirty="0" err="1" smtClean="0"/>
              <a:t>simulated</a:t>
            </a:r>
            <a:r>
              <a:rPr lang="hu-HU" sz="1400" dirty="0" smtClean="0"/>
              <a:t> </a:t>
            </a:r>
            <a:r>
              <a:rPr lang="hu-HU" sz="1400" dirty="0" err="1" smtClean="0"/>
              <a:t>objects</a:t>
            </a:r>
            <a:r>
              <a:rPr lang="hu-HU" sz="1400" dirty="0" smtClean="0"/>
              <a:t>/</a:t>
            </a:r>
            <a:r>
              <a:rPr lang="hu-HU" sz="1400" dirty="0" err="1" smtClean="0"/>
              <a:t>location</a:t>
            </a:r>
            <a:r>
              <a:rPr lang="hu-HU" sz="1400" dirty="0" smtClean="0"/>
              <a:t> </a:t>
            </a:r>
            <a:r>
              <a:rPr lang="hu-HU" sz="1400" dirty="0" err="1" smtClean="0"/>
              <a:t>are</a:t>
            </a:r>
            <a:r>
              <a:rPr lang="hu-HU" sz="1400" dirty="0" smtClean="0"/>
              <a:t> </a:t>
            </a:r>
            <a:r>
              <a:rPr lang="hu-HU" sz="1400" dirty="0" err="1" smtClean="0"/>
              <a:t>received</a:t>
            </a:r>
            <a:r>
              <a:rPr lang="hu-HU" sz="1400" dirty="0" smtClean="0"/>
              <a:t> </a:t>
            </a:r>
            <a:r>
              <a:rPr lang="hu-HU" sz="1400" dirty="0" err="1" smtClean="0"/>
              <a:t>from</a:t>
            </a:r>
            <a:r>
              <a:rPr lang="hu-HU" sz="1400" dirty="0" smtClean="0"/>
              <a:t> </a:t>
            </a:r>
            <a:r>
              <a:rPr lang="hu-HU" sz="1400" dirty="0" err="1" smtClean="0"/>
              <a:t>CarMaker</a:t>
            </a:r>
            <a:endParaRPr lang="hu-HU" sz="1400" dirty="0" smtClean="0"/>
          </a:p>
          <a:p>
            <a:pPr marL="723638" lvl="2" indent="-266700">
              <a:buFont typeface="Arial" panose="020B0604020202020204" pitchFamily="34" charset="0"/>
              <a:buChar char="•"/>
            </a:pPr>
            <a:r>
              <a:rPr lang="hu-HU" sz="1400" dirty="0" err="1" smtClean="0"/>
              <a:t>CANoe</a:t>
            </a:r>
            <a:r>
              <a:rPr lang="hu-HU" sz="1400" dirty="0" smtClean="0"/>
              <a:t> </a:t>
            </a:r>
            <a:r>
              <a:rPr lang="hu-HU" sz="1400" dirty="0" err="1" smtClean="0"/>
              <a:t>should</a:t>
            </a:r>
            <a:r>
              <a:rPr lang="hu-HU" sz="1400" dirty="0" smtClean="0"/>
              <a:t> be </a:t>
            </a:r>
            <a:r>
              <a:rPr lang="hu-HU" sz="1400" dirty="0" err="1" smtClean="0"/>
              <a:t>able</a:t>
            </a:r>
            <a:r>
              <a:rPr lang="hu-HU" sz="1400" dirty="0" smtClean="0"/>
              <a:t> </a:t>
            </a:r>
            <a:r>
              <a:rPr lang="hu-HU" sz="1400" dirty="0" err="1" smtClean="0"/>
              <a:t>to</a:t>
            </a:r>
            <a:r>
              <a:rPr lang="hu-HU" sz="1400" dirty="0" smtClean="0"/>
              <a:t> </a:t>
            </a:r>
            <a:r>
              <a:rPr lang="hu-HU" sz="1400" dirty="0" err="1" smtClean="0"/>
              <a:t>request</a:t>
            </a:r>
            <a:r>
              <a:rPr lang="hu-HU" sz="1400" dirty="0" smtClean="0"/>
              <a:t>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source</a:t>
            </a:r>
            <a:r>
              <a:rPr lang="hu-HU" sz="1400" dirty="0" smtClean="0"/>
              <a:t>, </a:t>
            </a:r>
            <a:r>
              <a:rPr lang="hu-HU" sz="1400" dirty="0" err="1" smtClean="0"/>
              <a:t>which</a:t>
            </a:r>
            <a:r>
              <a:rPr lang="hu-HU" sz="1400" dirty="0" smtClean="0"/>
              <a:t> </a:t>
            </a:r>
            <a:r>
              <a:rPr lang="hu-HU" sz="1400" dirty="0" err="1" smtClean="0"/>
              <a:t>could</a:t>
            </a:r>
            <a:r>
              <a:rPr lang="hu-HU" sz="1400" dirty="0" smtClean="0"/>
              <a:t> be </a:t>
            </a:r>
            <a:r>
              <a:rPr lang="hu-HU" sz="1400" dirty="0" err="1" smtClean="0"/>
              <a:t>either</a:t>
            </a:r>
            <a:r>
              <a:rPr lang="hu-HU" sz="1400" dirty="0" smtClean="0"/>
              <a:t> </a:t>
            </a:r>
            <a:r>
              <a:rPr lang="hu-HU" sz="1400" dirty="0" err="1" smtClean="0"/>
              <a:t>Driving</a:t>
            </a:r>
            <a:r>
              <a:rPr lang="hu-HU" sz="1400" dirty="0" smtClean="0"/>
              <a:t> </a:t>
            </a:r>
            <a:r>
              <a:rPr lang="hu-HU" sz="1400" dirty="0" err="1" smtClean="0"/>
              <a:t>or</a:t>
            </a:r>
            <a:r>
              <a:rPr lang="hu-HU" sz="1400" dirty="0" smtClean="0"/>
              <a:t> Parking </a:t>
            </a:r>
            <a:r>
              <a:rPr lang="hu-HU" sz="1400" dirty="0" err="1" smtClean="0"/>
              <a:t>sensor</a:t>
            </a:r>
            <a:endParaRPr lang="hu-HU" sz="1400" dirty="0" smtClean="0"/>
          </a:p>
          <a:p>
            <a:pPr marL="723638" lvl="2" indent="-266700">
              <a:buFont typeface="Arial" panose="020B0604020202020204" pitchFamily="34" charset="0"/>
              <a:buChar char="•"/>
            </a:pPr>
            <a:r>
              <a:rPr lang="hu-HU" sz="1400" dirty="0" err="1" smtClean="0"/>
              <a:t>Same</a:t>
            </a:r>
            <a:r>
              <a:rPr lang="hu-HU" sz="1400" dirty="0" smtClean="0"/>
              <a:t> </a:t>
            </a:r>
            <a:r>
              <a:rPr lang="hu-HU" sz="1400" dirty="0" err="1" smtClean="0"/>
              <a:t>object</a:t>
            </a:r>
            <a:r>
              <a:rPr lang="hu-HU" sz="1400" dirty="0" smtClean="0"/>
              <a:t>/</a:t>
            </a:r>
            <a:r>
              <a:rPr lang="hu-HU" sz="1400" dirty="0" err="1" smtClean="0"/>
              <a:t>location</a:t>
            </a:r>
            <a:r>
              <a:rPr lang="hu-HU" sz="1400" dirty="0" smtClean="0"/>
              <a:t> </a:t>
            </a:r>
            <a:r>
              <a:rPr lang="hu-HU" sz="1400" dirty="0" err="1" smtClean="0"/>
              <a:t>data</a:t>
            </a:r>
            <a:r>
              <a:rPr lang="hu-HU" sz="1400" dirty="0" smtClean="0"/>
              <a:t> </a:t>
            </a:r>
            <a:r>
              <a:rPr lang="hu-HU" sz="1400" dirty="0" err="1" smtClean="0"/>
              <a:t>structure</a:t>
            </a:r>
            <a:r>
              <a:rPr lang="hu-HU" sz="1400" dirty="0" smtClean="0"/>
              <a:t> </a:t>
            </a:r>
            <a:r>
              <a:rPr lang="hu-HU" sz="1400" dirty="0" err="1" smtClean="0"/>
              <a:t>should</a:t>
            </a:r>
            <a:r>
              <a:rPr lang="hu-HU" sz="1400" dirty="0" smtClean="0"/>
              <a:t> be </a:t>
            </a:r>
            <a:r>
              <a:rPr lang="hu-HU" sz="1400" dirty="0" err="1" smtClean="0"/>
              <a:t>used</a:t>
            </a:r>
            <a:r>
              <a:rPr lang="hu-HU" sz="1400" dirty="0" smtClean="0"/>
              <a:t> </a:t>
            </a:r>
            <a:r>
              <a:rPr lang="hu-HU" sz="1400" dirty="0" err="1" smtClean="0"/>
              <a:t>for</a:t>
            </a:r>
            <a:r>
              <a:rPr lang="hu-HU" sz="1400" dirty="0" smtClean="0"/>
              <a:t> </a:t>
            </a:r>
            <a:r>
              <a:rPr lang="hu-HU" sz="1400" dirty="0" err="1" smtClean="0"/>
              <a:t>both</a:t>
            </a:r>
            <a:r>
              <a:rPr lang="hu-HU" sz="1400" dirty="0" smtClean="0"/>
              <a:t> </a:t>
            </a:r>
            <a:r>
              <a:rPr lang="hu-HU" sz="1400" dirty="0" err="1" smtClean="0"/>
              <a:t>Driving</a:t>
            </a:r>
            <a:r>
              <a:rPr lang="hu-HU" sz="1400" dirty="0" smtClean="0"/>
              <a:t> and Parking </a:t>
            </a:r>
            <a:r>
              <a:rPr lang="hu-HU" sz="1400" dirty="0" err="1" smtClean="0"/>
              <a:t>contents</a:t>
            </a:r>
            <a:r>
              <a:rPr lang="hu-HU" sz="1400" dirty="0" smtClean="0"/>
              <a:t> (</a:t>
            </a:r>
            <a:r>
              <a:rPr lang="hu-HU" sz="1400" dirty="0" err="1" smtClean="0"/>
              <a:t>to</a:t>
            </a:r>
            <a:r>
              <a:rPr lang="hu-HU" sz="1400" dirty="0" smtClean="0"/>
              <a:t> </a:t>
            </a:r>
            <a:r>
              <a:rPr lang="hu-HU" sz="1400" dirty="0" err="1" smtClean="0"/>
              <a:t>keep</a:t>
            </a:r>
            <a:r>
              <a:rPr lang="hu-HU" sz="1400" dirty="0" smtClean="0"/>
              <a:t> </a:t>
            </a:r>
            <a:r>
              <a:rPr lang="hu-HU" sz="1400" dirty="0" err="1" smtClean="0"/>
              <a:t>used</a:t>
            </a:r>
            <a:r>
              <a:rPr lang="hu-HU" sz="1400" dirty="0" smtClean="0"/>
              <a:t> </a:t>
            </a:r>
            <a:r>
              <a:rPr lang="hu-HU" sz="1400" dirty="0" err="1" smtClean="0"/>
              <a:t>CANoe-CarMaker</a:t>
            </a:r>
            <a:r>
              <a:rPr lang="hu-HU" sz="1400" dirty="0" smtClean="0"/>
              <a:t> API </a:t>
            </a:r>
            <a:r>
              <a:rPr lang="hu-HU" sz="1400" dirty="0" err="1" smtClean="0"/>
              <a:t>load</a:t>
            </a:r>
            <a:r>
              <a:rPr lang="hu-HU" sz="1400" dirty="0" smtClean="0"/>
              <a:t> </a:t>
            </a:r>
            <a:r>
              <a:rPr lang="hu-HU" sz="1400" dirty="0" err="1" smtClean="0"/>
              <a:t>as</a:t>
            </a:r>
            <a:r>
              <a:rPr lang="hu-HU" sz="1400" dirty="0" smtClean="0"/>
              <a:t> </a:t>
            </a:r>
            <a:r>
              <a:rPr lang="hu-HU" sz="1400" dirty="0" err="1" smtClean="0"/>
              <a:t>lower</a:t>
            </a:r>
            <a:r>
              <a:rPr lang="hu-HU" sz="1400" dirty="0" smtClean="0"/>
              <a:t> </a:t>
            </a:r>
            <a:r>
              <a:rPr lang="hu-HU" sz="1400" dirty="0" err="1" smtClean="0"/>
              <a:t>as</a:t>
            </a:r>
            <a:r>
              <a:rPr lang="hu-HU" sz="1400" dirty="0" smtClean="0"/>
              <a:t> </a:t>
            </a:r>
            <a:r>
              <a:rPr lang="hu-HU" sz="1400" dirty="0" err="1" smtClean="0"/>
              <a:t>possible</a:t>
            </a:r>
            <a:r>
              <a:rPr lang="hu-HU" sz="1400" dirty="0" smtClean="0"/>
              <a:t>)</a:t>
            </a:r>
            <a:endParaRPr lang="hu-HU" sz="1400" dirty="0"/>
          </a:p>
          <a:p>
            <a:pPr marL="266700" indent="-266700">
              <a:buFont typeface="+mj-lt"/>
              <a:buAutoNum type="arabicPeriod"/>
            </a:pPr>
            <a:r>
              <a:rPr lang="hu-HU" sz="1400" b="1" dirty="0" err="1" smtClean="0"/>
              <a:t>Implementation</a:t>
            </a:r>
            <a:r>
              <a:rPr lang="hu-HU" sz="1400" dirty="0" smtClean="0"/>
              <a:t>:</a:t>
            </a:r>
            <a:endParaRPr lang="hu-HU" sz="1400" dirty="0"/>
          </a:p>
          <a:p>
            <a:pPr marL="742688" lvl="1" indent="-285750">
              <a:buFont typeface="Arial" panose="020B0604020202020204" pitchFamily="34" charset="0"/>
              <a:buChar char="•"/>
            </a:pPr>
            <a:r>
              <a:rPr lang="hu-HU" sz="1400" dirty="0" err="1" smtClean="0"/>
              <a:t>Sensor</a:t>
            </a:r>
            <a:r>
              <a:rPr lang="hu-HU" sz="1400" dirty="0" smtClean="0"/>
              <a:t> </a:t>
            </a:r>
            <a:r>
              <a:rPr lang="hu-HU" sz="1400" dirty="0" err="1" smtClean="0"/>
              <a:t>set</a:t>
            </a:r>
            <a:r>
              <a:rPr lang="hu-HU" sz="1400" dirty="0" smtClean="0"/>
              <a:t>: </a:t>
            </a:r>
          </a:p>
          <a:p>
            <a:pPr marL="1199626" lvl="2" indent="-285750">
              <a:buFont typeface="Arial" panose="020B0604020202020204" pitchFamily="34" charset="0"/>
              <a:buChar char="•"/>
            </a:pPr>
            <a:r>
              <a:rPr lang="hu-HU" sz="1400" dirty="0" err="1" smtClean="0"/>
              <a:t>Two</a:t>
            </a:r>
            <a:r>
              <a:rPr lang="hu-HU" sz="1400" dirty="0" smtClean="0"/>
              <a:t> </a:t>
            </a:r>
            <a:r>
              <a:rPr lang="hu-HU" sz="1400" dirty="0" err="1" smtClean="0"/>
              <a:t>sensor</a:t>
            </a:r>
            <a:r>
              <a:rPr lang="hu-HU" sz="1400" dirty="0" smtClean="0"/>
              <a:t> </a:t>
            </a:r>
            <a:r>
              <a:rPr lang="hu-HU" sz="1400" dirty="0" err="1" smtClean="0"/>
              <a:t>based</a:t>
            </a:r>
            <a:r>
              <a:rPr lang="hu-HU" sz="1400" dirty="0" smtClean="0"/>
              <a:t> </a:t>
            </a:r>
            <a:r>
              <a:rPr lang="hu-HU" sz="1400" dirty="0" err="1" smtClean="0"/>
              <a:t>concept</a:t>
            </a:r>
            <a:r>
              <a:rPr lang="hu-HU" sz="1400" dirty="0" smtClean="0"/>
              <a:t> (</a:t>
            </a:r>
            <a:r>
              <a:rPr lang="hu-HU" sz="1400" dirty="0" err="1" smtClean="0"/>
              <a:t>on</a:t>
            </a:r>
            <a:r>
              <a:rPr lang="hu-HU" sz="1400" dirty="0" smtClean="0"/>
              <a:t> </a:t>
            </a:r>
            <a:r>
              <a:rPr lang="hu-HU" sz="1400" dirty="0" err="1" smtClean="0"/>
              <a:t>CarMaker</a:t>
            </a:r>
            <a:r>
              <a:rPr lang="hu-HU" sz="1400" dirty="0" smtClean="0"/>
              <a:t> </a:t>
            </a:r>
            <a:r>
              <a:rPr lang="hu-HU" sz="1400" dirty="0" err="1" smtClean="0"/>
              <a:t>side</a:t>
            </a:r>
            <a:r>
              <a:rPr lang="hu-HU" sz="1400" dirty="0" smtClean="0"/>
              <a:t>, </a:t>
            </a:r>
            <a:r>
              <a:rPr lang="hu-HU" sz="1400" dirty="0" err="1" smtClean="0"/>
              <a:t>there</a:t>
            </a:r>
            <a:r>
              <a:rPr lang="hu-HU" sz="1400" dirty="0" smtClean="0"/>
              <a:t> </a:t>
            </a:r>
            <a:r>
              <a:rPr lang="hu-HU" sz="1400" dirty="0" err="1" smtClean="0"/>
              <a:t>are</a:t>
            </a:r>
            <a:r>
              <a:rPr lang="hu-HU" sz="1400" dirty="0" smtClean="0"/>
              <a:t> </a:t>
            </a:r>
            <a:r>
              <a:rPr lang="hu-HU" sz="1400" dirty="0" err="1" smtClean="0"/>
              <a:t>dedicated</a:t>
            </a:r>
            <a:r>
              <a:rPr lang="hu-HU" sz="1400" dirty="0" smtClean="0"/>
              <a:t> radar </a:t>
            </a:r>
            <a:r>
              <a:rPr lang="hu-HU" sz="1400" dirty="0" err="1" smtClean="0"/>
              <a:t>sensors</a:t>
            </a:r>
            <a:r>
              <a:rPr lang="hu-HU" sz="1400" dirty="0" smtClean="0"/>
              <a:t> </a:t>
            </a:r>
            <a:r>
              <a:rPr lang="hu-HU" sz="1400" dirty="0" err="1" smtClean="0"/>
              <a:t>configured</a:t>
            </a:r>
            <a:r>
              <a:rPr lang="hu-HU" sz="1400" dirty="0" smtClean="0"/>
              <a:t> </a:t>
            </a:r>
            <a:r>
              <a:rPr lang="hu-HU" sz="1400" dirty="0" err="1" smtClean="0"/>
              <a:t>for</a:t>
            </a:r>
            <a:r>
              <a:rPr lang="hu-HU" sz="1400" dirty="0" smtClean="0"/>
              <a:t> </a:t>
            </a:r>
            <a:r>
              <a:rPr lang="hu-HU" sz="1400" dirty="0" err="1" smtClean="0"/>
              <a:t>Driving</a:t>
            </a:r>
            <a:r>
              <a:rPr lang="hu-HU" sz="1400" dirty="0" smtClean="0"/>
              <a:t> and Parking </a:t>
            </a:r>
            <a:r>
              <a:rPr lang="hu-HU" sz="1400" dirty="0" err="1" smtClean="0"/>
              <a:t>contents</a:t>
            </a:r>
            <a:r>
              <a:rPr lang="hu-HU" sz="1400" dirty="0" smtClean="0"/>
              <a:t>)</a:t>
            </a:r>
          </a:p>
          <a:p>
            <a:pPr marL="1199626" lvl="2" indent="-285750">
              <a:buFont typeface="Arial" panose="020B0604020202020204" pitchFamily="34" charset="0"/>
              <a:buChar char="•"/>
            </a:pPr>
            <a:r>
              <a:rPr lang="hu-HU" sz="1400" dirty="0" err="1" smtClean="0"/>
              <a:t>One</a:t>
            </a:r>
            <a:r>
              <a:rPr lang="hu-HU" sz="1400" dirty="0" smtClean="0"/>
              <a:t> </a:t>
            </a:r>
            <a:r>
              <a:rPr lang="hu-HU" sz="1400" dirty="0" err="1" smtClean="0"/>
              <a:t>sensor</a:t>
            </a:r>
            <a:r>
              <a:rPr lang="hu-HU" sz="1400" dirty="0" smtClean="0"/>
              <a:t> </a:t>
            </a:r>
            <a:r>
              <a:rPr lang="hu-HU" sz="1400" dirty="0" err="1" smtClean="0"/>
              <a:t>base</a:t>
            </a:r>
            <a:r>
              <a:rPr lang="hu-HU" sz="1400" dirty="0" smtClean="0"/>
              <a:t> </a:t>
            </a:r>
            <a:r>
              <a:rPr lang="hu-HU" sz="1400" dirty="0" err="1" smtClean="0"/>
              <a:t>concept</a:t>
            </a:r>
            <a:r>
              <a:rPr lang="hu-HU" sz="1400" dirty="0" smtClean="0"/>
              <a:t> </a:t>
            </a:r>
            <a:r>
              <a:rPr lang="hu-HU" sz="1400" dirty="0"/>
              <a:t>(</a:t>
            </a:r>
            <a:r>
              <a:rPr lang="hu-HU" sz="1400" dirty="0" err="1"/>
              <a:t>on</a:t>
            </a:r>
            <a:r>
              <a:rPr lang="hu-HU" sz="1400" dirty="0"/>
              <a:t> </a:t>
            </a:r>
            <a:r>
              <a:rPr lang="hu-HU" sz="1400" dirty="0" err="1"/>
              <a:t>CarMaker</a:t>
            </a:r>
            <a:r>
              <a:rPr lang="hu-HU" sz="1400" dirty="0"/>
              <a:t> </a:t>
            </a:r>
            <a:r>
              <a:rPr lang="hu-HU" sz="1400" dirty="0" err="1"/>
              <a:t>side</a:t>
            </a:r>
            <a:r>
              <a:rPr lang="hu-HU" sz="1400" dirty="0"/>
              <a:t>, </a:t>
            </a:r>
            <a:r>
              <a:rPr lang="hu-HU" sz="1400" dirty="0" err="1"/>
              <a:t>there</a:t>
            </a:r>
            <a:r>
              <a:rPr lang="hu-HU" sz="1400" dirty="0"/>
              <a:t> </a:t>
            </a:r>
            <a:r>
              <a:rPr lang="hu-HU" sz="1400" dirty="0" smtClean="0"/>
              <a:t>is </a:t>
            </a:r>
            <a:r>
              <a:rPr lang="hu-HU" sz="1400" dirty="0" err="1" smtClean="0"/>
              <a:t>one</a:t>
            </a:r>
            <a:r>
              <a:rPr lang="hu-HU" sz="1400" dirty="0" smtClean="0"/>
              <a:t> radar </a:t>
            </a:r>
            <a:r>
              <a:rPr lang="hu-HU" sz="1400" dirty="0" err="1" smtClean="0"/>
              <a:t>sensor</a:t>
            </a:r>
            <a:r>
              <a:rPr lang="hu-HU" sz="1400" dirty="0" smtClean="0"/>
              <a:t> </a:t>
            </a:r>
            <a:r>
              <a:rPr lang="hu-HU" sz="1400" dirty="0" err="1"/>
              <a:t>configured</a:t>
            </a:r>
            <a:r>
              <a:rPr lang="hu-HU" sz="1400" dirty="0"/>
              <a:t> </a:t>
            </a:r>
            <a:r>
              <a:rPr lang="hu-HU" sz="1400" dirty="0" err="1"/>
              <a:t>for</a:t>
            </a:r>
            <a:r>
              <a:rPr lang="hu-HU" sz="1400" dirty="0"/>
              <a:t> </a:t>
            </a:r>
            <a:r>
              <a:rPr lang="hu-HU" sz="1400" dirty="0" err="1"/>
              <a:t>Driving</a:t>
            </a:r>
            <a:r>
              <a:rPr lang="hu-HU" sz="1400" dirty="0"/>
              <a:t> and Parking </a:t>
            </a:r>
            <a:r>
              <a:rPr lang="hu-HU" sz="1400" dirty="0" err="1" smtClean="0"/>
              <a:t>content</a:t>
            </a:r>
            <a:r>
              <a:rPr lang="hu-HU" sz="1400" dirty="0" smtClean="0"/>
              <a:t>)</a:t>
            </a:r>
            <a:endParaRPr lang="hu-HU" sz="1400" dirty="0"/>
          </a:p>
          <a:p>
            <a:pPr marL="742688" lvl="1" indent="-285750">
              <a:buFont typeface="Arial" panose="020B0604020202020204" pitchFamily="34" charset="0"/>
              <a:buChar char="•"/>
            </a:pPr>
            <a:r>
              <a:rPr lang="hu-HU" sz="1400" dirty="0" smtClean="0"/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281582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 smtClean="0">
                <a:solidFill>
                  <a:schemeClr val="accent1">
                    <a:lumMod val="75000"/>
                  </a:schemeClr>
                </a:solidFill>
              </a:rPr>
              <a:t>Multipurpose</a:t>
            </a:r>
            <a:r>
              <a:rPr lang="hu-HU" dirty="0" smtClean="0">
                <a:solidFill>
                  <a:schemeClr val="accent1">
                    <a:lumMod val="75000"/>
                  </a:schemeClr>
                </a:solidFill>
              </a:rPr>
              <a:t> Radar </a:t>
            </a:r>
            <a:r>
              <a:rPr lang="hu-HU" dirty="0" err="1" smtClean="0">
                <a:solidFill>
                  <a:schemeClr val="accent1">
                    <a:lumMod val="75000"/>
                  </a:schemeClr>
                </a:solidFill>
              </a:rPr>
              <a:t>model</a:t>
            </a:r>
            <a:r>
              <a:rPr lang="hu-HU" sz="2000" dirty="0" smtClean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hu-HU" sz="2000" dirty="0" err="1" smtClean="0">
                <a:solidFill>
                  <a:schemeClr val="accent1">
                    <a:lumMod val="75000"/>
                  </a:schemeClr>
                </a:solidFill>
              </a:rPr>
              <a:t>Two</a:t>
            </a:r>
            <a:r>
              <a:rPr lang="hu-HU" sz="20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 smtClean="0">
                <a:solidFill>
                  <a:schemeClr val="accent1">
                    <a:lumMod val="75000"/>
                  </a:schemeClr>
                </a:solidFill>
              </a:rPr>
              <a:t>sensor</a:t>
            </a:r>
            <a:r>
              <a:rPr lang="hu-HU" sz="20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 smtClean="0">
                <a:solidFill>
                  <a:schemeClr val="accent1">
                    <a:lumMod val="75000"/>
                  </a:schemeClr>
                </a:solidFill>
              </a:rPr>
              <a:t>based</a:t>
            </a:r>
            <a:r>
              <a:rPr lang="hu-HU" sz="20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 smtClean="0">
                <a:solidFill>
                  <a:schemeClr val="accent1">
                    <a:lumMod val="75000"/>
                  </a:schemeClr>
                </a:solidFill>
              </a:rPr>
              <a:t>concept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7" name="Rectangle 6"/>
          <p:cNvSpPr/>
          <p:nvPr/>
        </p:nvSpPr>
        <p:spPr>
          <a:xfrm>
            <a:off x="7191892" y="739677"/>
            <a:ext cx="4447308" cy="3067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err="1" smtClean="0"/>
              <a:t>CarMaker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415835" y="2005482"/>
            <a:ext cx="374350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600" dirty="0">
                <a:solidFill>
                  <a:srgbClr val="339933"/>
                </a:solidFill>
              </a:rPr>
              <a:t>r</a:t>
            </a:r>
            <a:r>
              <a:rPr lang="hu-HU" sz="1600" dirty="0" smtClean="0">
                <a:solidFill>
                  <a:srgbClr val="339933"/>
                </a:solidFill>
              </a:rPr>
              <a:t>adar </a:t>
            </a:r>
            <a:r>
              <a:rPr lang="hu-HU" sz="1600" dirty="0" err="1" smtClean="0">
                <a:solidFill>
                  <a:srgbClr val="339933"/>
                </a:solidFill>
              </a:rPr>
              <a:t>type</a:t>
            </a:r>
            <a:r>
              <a:rPr lang="hu-HU" sz="1600" dirty="0" smtClean="0">
                <a:solidFill>
                  <a:srgbClr val="339933"/>
                </a:solidFill>
              </a:rPr>
              <a:t> </a:t>
            </a:r>
            <a:r>
              <a:rPr lang="hu-HU" sz="1600" dirty="0" err="1" smtClean="0">
                <a:solidFill>
                  <a:srgbClr val="339933"/>
                </a:solidFill>
              </a:rPr>
              <a:t>request</a:t>
            </a:r>
            <a:endParaRPr lang="en-US" sz="1600" dirty="0">
              <a:solidFill>
                <a:srgbClr val="33993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3578" y="829733"/>
            <a:ext cx="2809701" cy="2599115"/>
          </a:xfrm>
          <a:prstGeom prst="rect">
            <a:avLst/>
          </a:prstGeom>
          <a:solidFill>
            <a:srgbClr val="92D050"/>
          </a:solidFill>
          <a:ln>
            <a:solidFill>
              <a:srgbClr val="0A4F4B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err="1" smtClean="0"/>
              <a:t>CANoe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276408" y="1098512"/>
            <a:ext cx="4148052" cy="2607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smtClean="0"/>
              <a:t>APO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638199" y="2464319"/>
            <a:ext cx="374350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600" dirty="0" err="1" smtClean="0">
                <a:solidFill>
                  <a:schemeClr val="accent1"/>
                </a:solidFill>
              </a:rPr>
              <a:t>detected</a:t>
            </a:r>
            <a:r>
              <a:rPr lang="hu-HU" sz="1600" dirty="0" smtClean="0">
                <a:solidFill>
                  <a:schemeClr val="accent1"/>
                </a:solidFill>
              </a:rPr>
              <a:t> radar </a:t>
            </a:r>
            <a:r>
              <a:rPr lang="hu-HU" sz="1600" dirty="0" err="1" smtClean="0">
                <a:solidFill>
                  <a:schemeClr val="accent1"/>
                </a:solidFill>
              </a:rPr>
              <a:t>object</a:t>
            </a:r>
            <a:r>
              <a:rPr lang="hu-HU" sz="1600" dirty="0" smtClean="0">
                <a:solidFill>
                  <a:schemeClr val="accent1"/>
                </a:solidFill>
              </a:rPr>
              <a:t>(s)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21878" y="1817683"/>
            <a:ext cx="2278032" cy="17330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smtClean="0"/>
              <a:t>RB </a:t>
            </a:r>
            <a:r>
              <a:rPr lang="hu-HU" dirty="0" err="1" smtClean="0"/>
              <a:t>interface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9788580" y="1832929"/>
            <a:ext cx="1532313" cy="15959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sz="1400" dirty="0" smtClean="0"/>
              <a:t>Radar RCS + </a:t>
            </a:r>
            <a:r>
              <a:rPr lang="hu-HU" sz="1400" dirty="0" err="1" smtClean="0"/>
              <a:t>Object</a:t>
            </a:r>
            <a:r>
              <a:rPr lang="hu-HU" sz="1400" dirty="0" smtClean="0"/>
              <a:t> </a:t>
            </a:r>
            <a:r>
              <a:rPr lang="hu-HU" sz="1400" dirty="0" err="1" smtClean="0"/>
              <a:t>sensors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9940980" y="2462683"/>
            <a:ext cx="1138843" cy="3491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sz="1400" dirty="0" err="1" smtClean="0"/>
              <a:t>Driving</a:t>
            </a:r>
            <a:endParaRPr lang="en-US" sz="1400" dirty="0"/>
          </a:p>
        </p:txBody>
      </p:sp>
      <p:sp>
        <p:nvSpPr>
          <p:cNvPr id="15" name="Rectangle 14"/>
          <p:cNvSpPr/>
          <p:nvPr/>
        </p:nvSpPr>
        <p:spPr>
          <a:xfrm>
            <a:off x="9940980" y="2929141"/>
            <a:ext cx="1138843" cy="3491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sz="1400" dirty="0" smtClean="0"/>
              <a:t>Parking</a:t>
            </a:r>
            <a:endParaRPr lang="en-US" sz="1400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9569340" y="2616970"/>
            <a:ext cx="356056" cy="195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9584576" y="3082483"/>
            <a:ext cx="340820" cy="947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33853" y="2217959"/>
            <a:ext cx="1950723" cy="11989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hu-HU" sz="1400" i="1" dirty="0" err="1" smtClean="0">
                <a:solidFill>
                  <a:srgbClr val="0000FF"/>
                </a:solidFill>
              </a:rPr>
              <a:t>if</a:t>
            </a:r>
            <a:r>
              <a:rPr lang="hu-HU" sz="1400" dirty="0" smtClean="0"/>
              <a:t> </a:t>
            </a:r>
            <a:r>
              <a:rPr lang="hu-HU" sz="1400" dirty="0" smtClean="0">
                <a:solidFill>
                  <a:schemeClr val="accent6"/>
                </a:solidFill>
              </a:rPr>
              <a:t>Radar </a:t>
            </a:r>
            <a:r>
              <a:rPr lang="hu-HU" sz="1400" dirty="0" err="1" smtClean="0">
                <a:solidFill>
                  <a:schemeClr val="accent6"/>
                </a:solidFill>
              </a:rPr>
              <a:t>type</a:t>
            </a:r>
            <a:r>
              <a:rPr lang="hu-HU" sz="1400" dirty="0">
                <a:solidFill>
                  <a:schemeClr val="tx1"/>
                </a:solidFill>
              </a:rPr>
              <a:t> </a:t>
            </a:r>
            <a:r>
              <a:rPr lang="hu-HU" sz="1400" dirty="0" smtClean="0">
                <a:solidFill>
                  <a:schemeClr val="tx1"/>
                </a:solidFill>
              </a:rPr>
              <a:t>== </a:t>
            </a:r>
            <a:r>
              <a:rPr lang="hu-HU" sz="1400" i="1" dirty="0" err="1" smtClean="0">
                <a:solidFill>
                  <a:schemeClr val="tx1"/>
                </a:solidFill>
              </a:rPr>
              <a:t>Driving</a:t>
            </a:r>
            <a:r>
              <a:rPr lang="hu-HU" sz="1400" dirty="0" smtClean="0">
                <a:solidFill>
                  <a:schemeClr val="tx1"/>
                </a:solidFill>
              </a:rPr>
              <a:t> </a:t>
            </a:r>
            <a:r>
              <a:rPr lang="hu-HU" sz="1400" i="1" dirty="0" err="1" smtClean="0">
                <a:solidFill>
                  <a:srgbClr val="0000FF"/>
                </a:solidFill>
              </a:rPr>
              <a:t>then</a:t>
            </a:r>
            <a:r>
              <a:rPr lang="hu-HU" sz="1400" dirty="0" smtClean="0"/>
              <a:t> </a:t>
            </a:r>
          </a:p>
          <a:p>
            <a:r>
              <a:rPr lang="hu-HU" sz="1400" dirty="0" smtClean="0"/>
              <a:t>   </a:t>
            </a:r>
            <a:r>
              <a:rPr lang="hu-HU" sz="1400" dirty="0" err="1" smtClean="0"/>
              <a:t>send</a:t>
            </a:r>
            <a:r>
              <a:rPr lang="hu-HU" sz="1400" dirty="0" smtClean="0"/>
              <a:t> </a:t>
            </a:r>
            <a:r>
              <a:rPr lang="hu-HU" sz="1400" dirty="0" err="1" smtClean="0"/>
              <a:t>Driving</a:t>
            </a:r>
            <a:r>
              <a:rPr lang="hu-HU" sz="1400" dirty="0" smtClean="0"/>
              <a:t> </a:t>
            </a:r>
            <a:r>
              <a:rPr lang="hu-HU" sz="1400" dirty="0" err="1" smtClean="0"/>
              <a:t>obj</a:t>
            </a:r>
            <a:endParaRPr lang="hu-HU" sz="1400" dirty="0" smtClean="0"/>
          </a:p>
          <a:p>
            <a:r>
              <a:rPr lang="hu-HU" sz="1400" i="1" dirty="0" err="1" smtClean="0">
                <a:solidFill>
                  <a:srgbClr val="0000FF"/>
                </a:solidFill>
              </a:rPr>
              <a:t>else</a:t>
            </a:r>
            <a:endParaRPr lang="hu-HU" sz="1400" i="1" dirty="0" smtClean="0">
              <a:solidFill>
                <a:srgbClr val="0000FF"/>
              </a:solidFill>
            </a:endParaRPr>
          </a:p>
          <a:p>
            <a:r>
              <a:rPr lang="hu-HU" sz="1400" dirty="0" smtClean="0"/>
              <a:t>   </a:t>
            </a:r>
            <a:r>
              <a:rPr lang="hu-HU" sz="1400" dirty="0" err="1" smtClean="0"/>
              <a:t>send</a:t>
            </a:r>
            <a:r>
              <a:rPr lang="hu-HU" sz="1400" dirty="0" smtClean="0"/>
              <a:t> Parking </a:t>
            </a:r>
            <a:r>
              <a:rPr lang="hu-HU" sz="1400" dirty="0" err="1" smtClean="0"/>
              <a:t>obj</a:t>
            </a:r>
            <a:endParaRPr lang="en-US" sz="1400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3174765" y="2790153"/>
            <a:ext cx="4448004" cy="1272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174765" y="2344036"/>
            <a:ext cx="4448004" cy="0"/>
          </a:xfrm>
          <a:prstGeom prst="straightConnector1">
            <a:avLst/>
          </a:prstGeom>
          <a:ln w="19050">
            <a:solidFill>
              <a:srgbClr val="339933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58097" y="1261079"/>
            <a:ext cx="2509747" cy="2024592"/>
          </a:xfrm>
          <a:prstGeom prst="rect">
            <a:avLst/>
          </a:prstGeom>
          <a:solidFill>
            <a:srgbClr val="B6DF89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err="1" smtClean="0"/>
              <a:t>RoadObj</a:t>
            </a:r>
            <a:r>
              <a:rPr lang="hu-HU" dirty="0" smtClean="0"/>
              <a:t> </a:t>
            </a:r>
            <a:r>
              <a:rPr lang="hu-HU" dirty="0" err="1" smtClean="0"/>
              <a:t>sim</a:t>
            </a:r>
            <a:endParaRPr lang="hu-HU" dirty="0"/>
          </a:p>
        </p:txBody>
      </p:sp>
      <p:cxnSp>
        <p:nvCxnSpPr>
          <p:cNvPr id="22" name="Straight Arrow Connector 21"/>
          <p:cNvCxnSpPr>
            <a:stCxn id="21" idx="2"/>
            <a:endCxn id="23" idx="0"/>
          </p:cNvCxnSpPr>
          <p:nvPr/>
        </p:nvCxnSpPr>
        <p:spPr>
          <a:xfrm flipH="1">
            <a:off x="1912970" y="3285671"/>
            <a:ext cx="1" cy="57452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318262" y="3860194"/>
            <a:ext cx="1189416" cy="42349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hu-HU" dirty="0" err="1" smtClean="0"/>
              <a:t>Bus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465117" y="3443203"/>
            <a:ext cx="164384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600" dirty="0" err="1"/>
              <a:t>m</a:t>
            </a:r>
            <a:r>
              <a:rPr lang="hu-HU" sz="1600" dirty="0" err="1" smtClean="0"/>
              <a:t>sg</a:t>
            </a:r>
            <a:r>
              <a:rPr lang="hu-HU" sz="1600" dirty="0" smtClean="0"/>
              <a:t> </a:t>
            </a:r>
            <a:r>
              <a:rPr lang="hu-HU" sz="1600" dirty="0" err="1" smtClean="0"/>
              <a:t>Tx</a:t>
            </a:r>
            <a:endParaRPr lang="en-US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196041" y="4304344"/>
            <a:ext cx="11443159" cy="17851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1400" b="1" dirty="0" smtClean="0"/>
              <a:t>Data flow: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200" dirty="0" smtClean="0"/>
              <a:t> </a:t>
            </a:r>
            <a:r>
              <a:rPr lang="hu-HU" sz="1200" dirty="0" err="1" smtClean="0">
                <a:solidFill>
                  <a:schemeClr val="accent1"/>
                </a:solidFill>
              </a:rPr>
              <a:t>detected</a:t>
            </a:r>
            <a:r>
              <a:rPr lang="hu-HU" sz="1200" dirty="0" smtClean="0">
                <a:solidFill>
                  <a:schemeClr val="accent1"/>
                </a:solidFill>
              </a:rPr>
              <a:t> radar </a:t>
            </a:r>
            <a:r>
              <a:rPr lang="hu-HU" sz="1200" dirty="0" err="1" smtClean="0">
                <a:solidFill>
                  <a:schemeClr val="accent1"/>
                </a:solidFill>
              </a:rPr>
              <a:t>object</a:t>
            </a:r>
            <a:r>
              <a:rPr lang="hu-HU" sz="1200" dirty="0" smtClean="0">
                <a:solidFill>
                  <a:schemeClr val="accent1"/>
                </a:solidFill>
              </a:rPr>
              <a:t>(s)</a:t>
            </a:r>
            <a:r>
              <a:rPr lang="hu-HU" sz="1200" dirty="0" smtClean="0"/>
              <a:t> and </a:t>
            </a:r>
            <a:r>
              <a:rPr lang="hu-HU" sz="1200" dirty="0" err="1" smtClean="0">
                <a:solidFill>
                  <a:schemeClr val="accent1"/>
                </a:solidFill>
              </a:rPr>
              <a:t>sender</a:t>
            </a:r>
            <a:r>
              <a:rPr lang="hu-HU" sz="1200" dirty="0" smtClean="0">
                <a:solidFill>
                  <a:schemeClr val="accent1"/>
                </a:solidFill>
              </a:rPr>
              <a:t> </a:t>
            </a:r>
            <a:r>
              <a:rPr lang="hu-HU" sz="1200" dirty="0" err="1" smtClean="0">
                <a:solidFill>
                  <a:schemeClr val="accent1"/>
                </a:solidFill>
              </a:rPr>
              <a:t>type</a:t>
            </a:r>
            <a:r>
              <a:rPr lang="hu-HU" sz="1200" dirty="0" smtClean="0"/>
              <a:t> </a:t>
            </a:r>
            <a:r>
              <a:rPr lang="hu-HU" sz="1200" dirty="0" err="1" smtClean="0"/>
              <a:t>depend</a:t>
            </a:r>
            <a:r>
              <a:rPr lang="hu-HU" sz="1200" dirty="0" smtClean="0"/>
              <a:t> </a:t>
            </a:r>
            <a:r>
              <a:rPr lang="hu-HU" sz="1200" dirty="0" err="1" smtClean="0"/>
              <a:t>on</a:t>
            </a:r>
            <a:r>
              <a:rPr lang="hu-HU" sz="1200" dirty="0" smtClean="0"/>
              <a:t> </a:t>
            </a:r>
            <a:r>
              <a:rPr lang="hu-HU" sz="1200" dirty="0" smtClean="0">
                <a:solidFill>
                  <a:schemeClr val="accent6"/>
                </a:solidFill>
              </a:rPr>
              <a:t>Radar </a:t>
            </a:r>
            <a:r>
              <a:rPr lang="hu-HU" sz="1200" dirty="0" err="1" smtClean="0">
                <a:solidFill>
                  <a:schemeClr val="accent6"/>
                </a:solidFill>
              </a:rPr>
              <a:t>type</a:t>
            </a:r>
            <a:r>
              <a:rPr lang="hu-HU" sz="1200" dirty="0" smtClean="0"/>
              <a:t> (</a:t>
            </a:r>
            <a:r>
              <a:rPr lang="hu-HU" sz="1200" i="1" dirty="0" err="1" smtClean="0"/>
              <a:t>Driving</a:t>
            </a:r>
            <a:r>
              <a:rPr lang="hu-HU" sz="1200" dirty="0" smtClean="0"/>
              <a:t> </a:t>
            </a:r>
            <a:r>
              <a:rPr lang="hu-HU" sz="1200" dirty="0" err="1" smtClean="0"/>
              <a:t>or</a:t>
            </a:r>
            <a:r>
              <a:rPr lang="hu-HU" sz="1200" dirty="0" smtClean="0"/>
              <a:t> </a:t>
            </a:r>
            <a:r>
              <a:rPr lang="hu-HU" sz="1200" i="1" dirty="0" smtClean="0"/>
              <a:t>Parking</a:t>
            </a:r>
            <a:r>
              <a:rPr lang="hu-HU" sz="1200" dirty="0" smtClean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200" dirty="0" smtClean="0"/>
              <a:t> </a:t>
            </a:r>
            <a:r>
              <a:rPr lang="hu-HU" sz="1200" dirty="0" smtClean="0">
                <a:solidFill>
                  <a:schemeClr val="accent6"/>
                </a:solidFill>
              </a:rPr>
              <a:t>Radar </a:t>
            </a:r>
            <a:r>
              <a:rPr lang="hu-HU" sz="1200" dirty="0" err="1" smtClean="0">
                <a:solidFill>
                  <a:schemeClr val="accent6"/>
                </a:solidFill>
              </a:rPr>
              <a:t>type</a:t>
            </a:r>
            <a:r>
              <a:rPr lang="hu-HU" sz="1200" dirty="0" smtClean="0">
                <a:solidFill>
                  <a:schemeClr val="accent6"/>
                </a:solidFill>
              </a:rPr>
              <a:t> </a:t>
            </a:r>
            <a:r>
              <a:rPr lang="hu-HU" sz="1200" dirty="0" smtClean="0"/>
              <a:t>is </a:t>
            </a:r>
            <a:r>
              <a:rPr lang="hu-HU" sz="1200" dirty="0" err="1" smtClean="0"/>
              <a:t>changed</a:t>
            </a:r>
            <a:r>
              <a:rPr lang="hu-HU" sz="1200" dirty="0" smtClean="0"/>
              <a:t>/</a:t>
            </a:r>
            <a:r>
              <a:rPr lang="hu-HU" sz="1200" dirty="0" err="1" smtClean="0"/>
              <a:t>requested</a:t>
            </a:r>
            <a:r>
              <a:rPr lang="hu-HU" sz="1200" dirty="0" smtClean="0"/>
              <a:t> </a:t>
            </a:r>
            <a:r>
              <a:rPr lang="hu-HU" sz="1200" dirty="0" err="1" smtClean="0"/>
              <a:t>by</a:t>
            </a:r>
            <a:r>
              <a:rPr lang="hu-HU" sz="1200" dirty="0" smtClean="0"/>
              <a:t> </a:t>
            </a:r>
            <a:r>
              <a:rPr lang="hu-HU" sz="1200" dirty="0" err="1" smtClean="0"/>
              <a:t>CANoe</a:t>
            </a:r>
            <a:endParaRPr lang="hu-HU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200" dirty="0" err="1"/>
              <a:t>i</a:t>
            </a:r>
            <a:r>
              <a:rPr lang="hu-HU" sz="1200" dirty="0" err="1" smtClean="0"/>
              <a:t>f</a:t>
            </a:r>
            <a:r>
              <a:rPr lang="hu-HU" sz="1200" dirty="0" smtClean="0"/>
              <a:t> Variant is </a:t>
            </a:r>
            <a:r>
              <a:rPr lang="hu-HU" sz="1200" i="1" dirty="0" err="1" smtClean="0"/>
              <a:t>Driving</a:t>
            </a:r>
            <a:r>
              <a:rPr lang="hu-HU" sz="1200" i="1" dirty="0" smtClean="0"/>
              <a:t> only</a:t>
            </a:r>
            <a:r>
              <a:rPr lang="hu-HU" sz="1200" dirty="0" smtClean="0"/>
              <a:t> </a:t>
            </a:r>
            <a:r>
              <a:rPr lang="hu-HU" sz="1200" dirty="0" err="1" smtClean="0"/>
              <a:t>then</a:t>
            </a:r>
            <a:r>
              <a:rPr lang="hu-HU" sz="1200" dirty="0" smtClean="0"/>
              <a:t> </a:t>
            </a:r>
            <a:r>
              <a:rPr lang="hu-HU" sz="1200" dirty="0" smtClean="0">
                <a:solidFill>
                  <a:schemeClr val="accent6"/>
                </a:solidFill>
              </a:rPr>
              <a:t>Radar </a:t>
            </a:r>
            <a:r>
              <a:rPr lang="hu-HU" sz="1200" dirty="0" err="1" smtClean="0">
                <a:solidFill>
                  <a:schemeClr val="accent6"/>
                </a:solidFill>
              </a:rPr>
              <a:t>type</a:t>
            </a:r>
            <a:r>
              <a:rPr lang="hu-HU" sz="1200" dirty="0" smtClean="0"/>
              <a:t> is </a:t>
            </a:r>
            <a:r>
              <a:rPr lang="hu-HU" sz="1200" i="1" dirty="0" err="1" smtClean="0"/>
              <a:t>Driving</a:t>
            </a:r>
            <a:endParaRPr lang="hu-HU" sz="1200" i="1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200" dirty="0" err="1" smtClean="0"/>
              <a:t>if</a:t>
            </a:r>
            <a:r>
              <a:rPr lang="hu-HU" sz="1200" dirty="0" smtClean="0"/>
              <a:t> Variant is </a:t>
            </a:r>
            <a:r>
              <a:rPr lang="hu-HU" sz="1200" i="1" dirty="0" smtClean="0"/>
              <a:t>Parking only</a:t>
            </a:r>
            <a:r>
              <a:rPr lang="hu-HU" sz="1200" dirty="0" smtClean="0"/>
              <a:t> </a:t>
            </a:r>
            <a:r>
              <a:rPr lang="hu-HU" sz="1200" dirty="0" err="1" smtClean="0"/>
              <a:t>then</a:t>
            </a:r>
            <a:r>
              <a:rPr lang="hu-HU" sz="1200" dirty="0" smtClean="0"/>
              <a:t> </a:t>
            </a:r>
            <a:r>
              <a:rPr lang="hu-HU" sz="1200" dirty="0" smtClean="0">
                <a:solidFill>
                  <a:schemeClr val="accent6"/>
                </a:solidFill>
              </a:rPr>
              <a:t>Radar </a:t>
            </a:r>
            <a:r>
              <a:rPr lang="hu-HU" sz="1200" dirty="0" err="1" smtClean="0">
                <a:solidFill>
                  <a:schemeClr val="accent6"/>
                </a:solidFill>
              </a:rPr>
              <a:t>type</a:t>
            </a:r>
            <a:r>
              <a:rPr lang="hu-HU" sz="1200" dirty="0" smtClean="0"/>
              <a:t> is </a:t>
            </a:r>
            <a:r>
              <a:rPr lang="hu-HU" sz="1200" i="1" dirty="0" smtClean="0"/>
              <a:t>Parking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200" dirty="0" err="1" smtClean="0"/>
              <a:t>if</a:t>
            </a:r>
            <a:r>
              <a:rPr lang="hu-HU" sz="1200" dirty="0" smtClean="0"/>
              <a:t> Variant is </a:t>
            </a:r>
            <a:r>
              <a:rPr lang="hu-HU" sz="1200" i="1" dirty="0" smtClean="0"/>
              <a:t>D&amp;P </a:t>
            </a:r>
            <a:r>
              <a:rPr lang="hu-HU" sz="1200" dirty="0" err="1" smtClean="0"/>
              <a:t>then</a:t>
            </a:r>
            <a:r>
              <a:rPr lang="hu-HU" sz="1200" dirty="0" smtClean="0"/>
              <a:t> </a:t>
            </a:r>
            <a:r>
              <a:rPr lang="hu-HU" sz="1200" dirty="0" smtClean="0">
                <a:solidFill>
                  <a:schemeClr val="accent6"/>
                </a:solidFill>
              </a:rPr>
              <a:t>Radar </a:t>
            </a:r>
            <a:r>
              <a:rPr lang="hu-HU" sz="1200" dirty="0" err="1" smtClean="0">
                <a:solidFill>
                  <a:schemeClr val="accent6"/>
                </a:solidFill>
              </a:rPr>
              <a:t>type</a:t>
            </a:r>
            <a:r>
              <a:rPr lang="hu-HU" sz="1200" dirty="0" smtClean="0"/>
              <a:t> is </a:t>
            </a:r>
            <a:r>
              <a:rPr lang="hu-HU" sz="1200" dirty="0" err="1" smtClean="0"/>
              <a:t>alternating</a:t>
            </a:r>
            <a:r>
              <a:rPr lang="hu-HU" sz="1200" dirty="0" smtClean="0"/>
              <a:t> in </a:t>
            </a:r>
            <a:r>
              <a:rPr lang="hu-HU" sz="1200" dirty="0" err="1" smtClean="0"/>
              <a:t>every</a:t>
            </a:r>
            <a:r>
              <a:rPr lang="hu-HU" sz="1200" dirty="0" smtClean="0"/>
              <a:t> 50ms (</a:t>
            </a:r>
            <a:r>
              <a:rPr lang="hu-HU" sz="1200" dirty="0" err="1" smtClean="0"/>
              <a:t>typically</a:t>
            </a:r>
            <a:r>
              <a:rPr lang="hu-HU" sz="1200" dirty="0" smtClean="0"/>
              <a:t> </a:t>
            </a:r>
            <a:r>
              <a:rPr lang="hu-HU" sz="1200" dirty="0" err="1" smtClean="0"/>
              <a:t>at</a:t>
            </a:r>
            <a:r>
              <a:rPr lang="hu-HU" sz="1200" dirty="0" smtClean="0"/>
              <a:t> </a:t>
            </a:r>
            <a:r>
              <a:rPr lang="hu-HU" sz="1200" dirty="0" err="1" smtClean="0"/>
              <a:t>msg</a:t>
            </a:r>
            <a:r>
              <a:rPr lang="hu-HU" sz="1200" dirty="0" smtClean="0"/>
              <a:t> </a:t>
            </a:r>
            <a:r>
              <a:rPr lang="hu-HU" sz="1200" dirty="0" err="1" smtClean="0"/>
              <a:t>Tx</a:t>
            </a:r>
            <a:r>
              <a:rPr lang="hu-HU" sz="1200" dirty="0" smtClean="0"/>
              <a:t> </a:t>
            </a:r>
            <a:r>
              <a:rPr lang="hu-HU" sz="1200" dirty="0" err="1" smtClean="0"/>
              <a:t>on</a:t>
            </a:r>
            <a:r>
              <a:rPr lang="hu-HU" sz="1200" dirty="0" smtClean="0"/>
              <a:t> </a:t>
            </a:r>
            <a:r>
              <a:rPr lang="hu-HU" sz="1200" dirty="0" err="1"/>
              <a:t>b</a:t>
            </a:r>
            <a:r>
              <a:rPr lang="hu-HU" sz="1200" dirty="0" err="1" smtClean="0"/>
              <a:t>us</a:t>
            </a:r>
            <a:r>
              <a:rPr lang="hu-HU" sz="1200" dirty="0" smtClean="0"/>
              <a:t>) </a:t>
            </a:r>
            <a:r>
              <a:rPr lang="hu-HU" sz="1200" dirty="0" err="1" smtClean="0"/>
              <a:t>between</a:t>
            </a:r>
            <a:r>
              <a:rPr lang="hu-HU" sz="1200" dirty="0" smtClean="0"/>
              <a:t> D and P </a:t>
            </a:r>
            <a:br>
              <a:rPr lang="hu-HU" sz="1200" dirty="0" smtClean="0"/>
            </a:br>
            <a:r>
              <a:rPr lang="hu-HU" sz="1200" u="sng" dirty="0" smtClean="0"/>
              <a:t>NOTE</a:t>
            </a:r>
            <a:r>
              <a:rPr lang="hu-HU" sz="1200" dirty="0" smtClean="0"/>
              <a:t>: it is important </a:t>
            </a:r>
            <a:r>
              <a:rPr lang="hu-HU" sz="1200" dirty="0" err="1" smtClean="0"/>
              <a:t>to</a:t>
            </a:r>
            <a:r>
              <a:rPr lang="hu-HU" sz="1200" dirty="0" smtClean="0"/>
              <a:t> </a:t>
            </a:r>
            <a:r>
              <a:rPr lang="hu-HU" sz="1200" dirty="0" err="1" smtClean="0"/>
              <a:t>let</a:t>
            </a:r>
            <a:r>
              <a:rPr lang="hu-HU" sz="1200" dirty="0" smtClean="0"/>
              <a:t> </a:t>
            </a:r>
            <a:r>
              <a:rPr lang="hu-HU" sz="1200" dirty="0" err="1" smtClean="0"/>
              <a:t>CANoe</a:t>
            </a:r>
            <a:r>
              <a:rPr lang="hu-HU" sz="1200" dirty="0" smtClean="0"/>
              <a:t> </a:t>
            </a:r>
            <a:r>
              <a:rPr lang="hu-HU" sz="1200" dirty="0" err="1" smtClean="0"/>
              <a:t>to</a:t>
            </a:r>
            <a:r>
              <a:rPr lang="hu-HU" sz="1200" dirty="0" smtClean="0"/>
              <a:t> </a:t>
            </a:r>
            <a:r>
              <a:rPr lang="hu-HU" sz="1200" dirty="0" err="1" smtClean="0"/>
              <a:t>decide</a:t>
            </a:r>
            <a:r>
              <a:rPr lang="hu-HU" sz="1200" dirty="0" smtClean="0"/>
              <a:t>, </a:t>
            </a:r>
            <a:r>
              <a:rPr lang="hu-HU" sz="1200" dirty="0" err="1" smtClean="0"/>
              <a:t>which</a:t>
            </a:r>
            <a:r>
              <a:rPr lang="hu-HU" sz="1200" dirty="0" smtClean="0"/>
              <a:t> </a:t>
            </a:r>
            <a:r>
              <a:rPr lang="hu-HU" sz="1200" dirty="0" err="1" smtClean="0"/>
              <a:t>object</a:t>
            </a:r>
            <a:r>
              <a:rPr lang="hu-HU" sz="1200" dirty="0" smtClean="0"/>
              <a:t> is </a:t>
            </a:r>
            <a:r>
              <a:rPr lang="hu-HU" sz="1200" dirty="0" err="1" smtClean="0"/>
              <a:t>actually</a:t>
            </a:r>
            <a:r>
              <a:rPr lang="hu-HU" sz="1200" dirty="0" smtClean="0"/>
              <a:t> </a:t>
            </a:r>
            <a:r>
              <a:rPr lang="hu-HU" sz="1200" dirty="0" err="1" smtClean="0"/>
              <a:t>needed</a:t>
            </a:r>
            <a:r>
              <a:rPr lang="hu-HU" sz="1200" dirty="0" smtClean="0"/>
              <a:t> </a:t>
            </a:r>
            <a:r>
              <a:rPr lang="hu-HU" sz="1200" dirty="0" err="1" smtClean="0"/>
              <a:t>from</a:t>
            </a:r>
            <a:r>
              <a:rPr lang="hu-HU" sz="1200" dirty="0" smtClean="0"/>
              <a:t> CM. </a:t>
            </a:r>
            <a:br>
              <a:rPr lang="hu-HU" sz="1200" dirty="0" smtClean="0"/>
            </a:br>
            <a:r>
              <a:rPr lang="hu-HU" sz="1200" dirty="0" err="1" smtClean="0"/>
              <a:t>Othwewise</a:t>
            </a:r>
            <a:r>
              <a:rPr lang="hu-HU" sz="1200" dirty="0" smtClean="0"/>
              <a:t> CM </a:t>
            </a:r>
            <a:r>
              <a:rPr lang="hu-HU" sz="1200" dirty="0" err="1" smtClean="0"/>
              <a:t>would</a:t>
            </a:r>
            <a:r>
              <a:rPr lang="hu-HU" sz="1200" dirty="0" smtClean="0"/>
              <a:t> be </a:t>
            </a:r>
            <a:r>
              <a:rPr lang="hu-HU" sz="1200" dirty="0" err="1" smtClean="0"/>
              <a:t>the</a:t>
            </a:r>
            <a:r>
              <a:rPr lang="hu-HU" sz="1200" dirty="0" smtClean="0"/>
              <a:t> „</a:t>
            </a:r>
            <a:r>
              <a:rPr lang="hu-HU" sz="1200" dirty="0" err="1" smtClean="0"/>
              <a:t>master</a:t>
            </a:r>
            <a:r>
              <a:rPr lang="hu-HU" sz="1200" dirty="0" smtClean="0"/>
              <a:t>” </a:t>
            </a:r>
            <a:r>
              <a:rPr lang="hu-HU" sz="1200" dirty="0" err="1" smtClean="0"/>
              <a:t>regarding</a:t>
            </a:r>
            <a:r>
              <a:rPr lang="hu-HU" sz="1200" dirty="0" smtClean="0"/>
              <a:t> </a:t>
            </a:r>
            <a:r>
              <a:rPr lang="hu-HU" sz="1200" dirty="0" err="1" smtClean="0"/>
              <a:t>which</a:t>
            </a:r>
            <a:r>
              <a:rPr lang="hu-HU" sz="1200" dirty="0" smtClean="0"/>
              <a:t> </a:t>
            </a:r>
            <a:r>
              <a:rPr lang="hu-HU" sz="1200" dirty="0" err="1" smtClean="0"/>
              <a:t>type</a:t>
            </a:r>
            <a:r>
              <a:rPr lang="hu-HU" sz="1200" dirty="0" smtClean="0"/>
              <a:t> of </a:t>
            </a:r>
            <a:r>
              <a:rPr lang="hu-HU" sz="1200" dirty="0" err="1" smtClean="0"/>
              <a:t>object</a:t>
            </a:r>
            <a:r>
              <a:rPr lang="hu-HU" sz="1200" dirty="0" smtClean="0"/>
              <a:t> </a:t>
            </a:r>
            <a:r>
              <a:rPr lang="hu-HU" sz="1200" dirty="0" err="1" smtClean="0"/>
              <a:t>to</a:t>
            </a:r>
            <a:r>
              <a:rPr lang="hu-HU" sz="1200" dirty="0" smtClean="0"/>
              <a:t> </a:t>
            </a:r>
            <a:r>
              <a:rPr lang="hu-HU" sz="1200" dirty="0" err="1" smtClean="0"/>
              <a:t>send</a:t>
            </a:r>
            <a:r>
              <a:rPr lang="hu-HU" sz="1200" dirty="0" smtClean="0"/>
              <a:t> </a:t>
            </a:r>
            <a:r>
              <a:rPr lang="hu-HU" sz="1200" dirty="0" err="1" smtClean="0"/>
              <a:t>on</a:t>
            </a:r>
            <a:r>
              <a:rPr lang="hu-HU" sz="1200" dirty="0" smtClean="0"/>
              <a:t> </a:t>
            </a:r>
            <a:r>
              <a:rPr lang="hu-HU" sz="1200" dirty="0" err="1" smtClean="0"/>
              <a:t>Bus</a:t>
            </a:r>
            <a:r>
              <a:rPr lang="hu-HU" sz="12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200" dirty="0" err="1" smtClean="0"/>
              <a:t>Object</a:t>
            </a:r>
            <a:r>
              <a:rPr lang="hu-HU" sz="1200" dirty="0" smtClean="0"/>
              <a:t> </a:t>
            </a:r>
            <a:r>
              <a:rPr lang="hu-HU" sz="1200" dirty="0" err="1" smtClean="0"/>
              <a:t>sent</a:t>
            </a:r>
            <a:r>
              <a:rPr lang="hu-HU" sz="1200" dirty="0" smtClean="0"/>
              <a:t> </a:t>
            </a:r>
            <a:r>
              <a:rPr lang="hu-HU" sz="1200" dirty="0" err="1" smtClean="0"/>
              <a:t>on</a:t>
            </a:r>
            <a:r>
              <a:rPr lang="hu-HU" sz="1200" dirty="0" smtClean="0"/>
              <a:t> </a:t>
            </a:r>
            <a:r>
              <a:rPr lang="hu-HU" sz="1200" dirty="0" err="1" smtClean="0"/>
              <a:t>Bus</a:t>
            </a:r>
            <a:r>
              <a:rPr lang="hu-HU" sz="1200" dirty="0" smtClean="0"/>
              <a:t> (</a:t>
            </a:r>
            <a:r>
              <a:rPr lang="hu-HU" sz="1200" dirty="0" err="1" smtClean="0"/>
              <a:t>msg</a:t>
            </a:r>
            <a:r>
              <a:rPr lang="hu-HU" sz="1200" dirty="0" smtClean="0"/>
              <a:t> </a:t>
            </a:r>
            <a:r>
              <a:rPr lang="hu-HU" sz="1200" dirty="0" err="1" smtClean="0"/>
              <a:t>Tx</a:t>
            </a:r>
            <a:r>
              <a:rPr lang="hu-HU" sz="1200" dirty="0" smtClean="0"/>
              <a:t>) </a:t>
            </a:r>
            <a:r>
              <a:rPr lang="hu-HU" sz="1200" dirty="0" err="1" smtClean="0"/>
              <a:t>depends</a:t>
            </a:r>
            <a:r>
              <a:rPr lang="hu-HU" sz="1200" dirty="0" smtClean="0"/>
              <a:t> </a:t>
            </a:r>
            <a:r>
              <a:rPr lang="hu-HU" sz="1200" dirty="0" err="1" smtClean="0"/>
              <a:t>on</a:t>
            </a:r>
            <a:r>
              <a:rPr lang="hu-HU" sz="1200" dirty="0" smtClean="0"/>
              <a:t> </a:t>
            </a:r>
            <a:r>
              <a:rPr lang="hu-HU" sz="1200" dirty="0" err="1" smtClean="0"/>
              <a:t>received</a:t>
            </a:r>
            <a:r>
              <a:rPr lang="hu-HU" sz="1200" dirty="0" smtClean="0"/>
              <a:t> </a:t>
            </a:r>
            <a:r>
              <a:rPr lang="hu-HU" sz="1200" dirty="0" err="1" smtClean="0">
                <a:solidFill>
                  <a:schemeClr val="accent1"/>
                </a:solidFill>
              </a:rPr>
              <a:t>sender</a:t>
            </a:r>
            <a:r>
              <a:rPr lang="hu-HU" sz="1200" dirty="0" smtClean="0">
                <a:solidFill>
                  <a:schemeClr val="accent1"/>
                </a:solidFill>
              </a:rPr>
              <a:t> </a:t>
            </a:r>
            <a:r>
              <a:rPr lang="hu-HU" sz="1200" dirty="0" err="1" smtClean="0">
                <a:solidFill>
                  <a:schemeClr val="accent1"/>
                </a:solidFill>
              </a:rPr>
              <a:t>type</a:t>
            </a:r>
            <a:endParaRPr lang="en-US" sz="1200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3602177" y="2790152"/>
            <a:ext cx="374350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600" dirty="0" err="1" smtClean="0">
                <a:solidFill>
                  <a:schemeClr val="accent1"/>
                </a:solidFill>
              </a:rPr>
              <a:t>sender</a:t>
            </a:r>
            <a:r>
              <a:rPr lang="hu-HU" sz="1600" dirty="0" smtClean="0">
                <a:solidFill>
                  <a:schemeClr val="accent1"/>
                </a:solidFill>
              </a:rPr>
              <a:t> </a:t>
            </a:r>
            <a:r>
              <a:rPr lang="hu-HU" sz="1600" dirty="0" err="1" smtClean="0">
                <a:solidFill>
                  <a:schemeClr val="accent1"/>
                </a:solidFill>
              </a:rPr>
              <a:t>type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859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 smtClean="0">
                <a:solidFill>
                  <a:schemeClr val="accent1">
                    <a:lumMod val="75000"/>
                  </a:schemeClr>
                </a:solidFill>
              </a:rPr>
              <a:t>Multipurpose</a:t>
            </a:r>
            <a:r>
              <a:rPr lang="hu-HU" dirty="0" smtClean="0">
                <a:solidFill>
                  <a:schemeClr val="accent1">
                    <a:lumMod val="75000"/>
                  </a:schemeClr>
                </a:solidFill>
              </a:rPr>
              <a:t> Radar </a:t>
            </a:r>
            <a:r>
              <a:rPr lang="hu-HU" dirty="0" err="1" smtClean="0">
                <a:solidFill>
                  <a:schemeClr val="accent1">
                    <a:lumMod val="75000"/>
                  </a:schemeClr>
                </a:solidFill>
              </a:rPr>
              <a:t>model</a:t>
            </a:r>
            <a:r>
              <a:rPr lang="hu-HU" sz="2000" dirty="0" smtClean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hu-HU" sz="2000" dirty="0" err="1" smtClean="0">
                <a:solidFill>
                  <a:schemeClr val="accent1">
                    <a:lumMod val="75000"/>
                  </a:schemeClr>
                </a:solidFill>
              </a:rPr>
              <a:t>One</a:t>
            </a:r>
            <a:r>
              <a:rPr lang="hu-HU" sz="20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 smtClean="0">
                <a:solidFill>
                  <a:schemeClr val="accent1">
                    <a:lumMod val="75000"/>
                  </a:schemeClr>
                </a:solidFill>
              </a:rPr>
              <a:t>sensor</a:t>
            </a:r>
            <a:r>
              <a:rPr lang="hu-HU" sz="20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 smtClean="0">
                <a:solidFill>
                  <a:schemeClr val="accent1">
                    <a:lumMod val="75000"/>
                  </a:schemeClr>
                </a:solidFill>
              </a:rPr>
              <a:t>based</a:t>
            </a:r>
            <a:r>
              <a:rPr lang="hu-HU" sz="20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 smtClean="0">
                <a:solidFill>
                  <a:schemeClr val="accent1">
                    <a:lumMod val="75000"/>
                  </a:schemeClr>
                </a:solidFill>
              </a:rPr>
              <a:t>concept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sp>
        <p:nvSpPr>
          <p:cNvPr id="25" name="TextBox 24"/>
          <p:cNvSpPr txBox="1"/>
          <p:nvPr/>
        </p:nvSpPr>
        <p:spPr>
          <a:xfrm>
            <a:off x="196041" y="4804671"/>
            <a:ext cx="11443159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1400" b="1" dirty="0" smtClean="0"/>
              <a:t>Data flow:</a:t>
            </a:r>
          </a:p>
          <a:p>
            <a:r>
              <a:rPr lang="hu-HU" sz="1200" dirty="0" err="1" smtClean="0"/>
              <a:t>Same</a:t>
            </a:r>
            <a:r>
              <a:rPr lang="hu-HU" sz="1200" dirty="0" smtClean="0"/>
              <a:t> </a:t>
            </a:r>
            <a:r>
              <a:rPr lang="hu-HU" sz="1200" dirty="0" err="1"/>
              <a:t>as</a:t>
            </a:r>
            <a:r>
              <a:rPr lang="hu-HU" sz="1200" dirty="0"/>
              <a:t> </a:t>
            </a:r>
            <a:r>
              <a:rPr lang="hu-HU" sz="1200" dirty="0" err="1" smtClean="0"/>
              <a:t>two</a:t>
            </a:r>
            <a:r>
              <a:rPr lang="hu-HU" sz="1200" dirty="0" smtClean="0"/>
              <a:t> </a:t>
            </a:r>
            <a:r>
              <a:rPr lang="hu-HU" sz="1200" dirty="0" err="1" smtClean="0"/>
              <a:t>sensor</a:t>
            </a:r>
            <a:r>
              <a:rPr lang="hu-HU" sz="1200" dirty="0" smtClean="0"/>
              <a:t> </a:t>
            </a:r>
            <a:r>
              <a:rPr lang="hu-HU" sz="1200" dirty="0" err="1"/>
              <a:t>based</a:t>
            </a:r>
            <a:r>
              <a:rPr lang="hu-HU" sz="1200" dirty="0"/>
              <a:t> </a:t>
            </a:r>
            <a:r>
              <a:rPr lang="hu-HU" sz="1200" dirty="0" err="1"/>
              <a:t>concept</a:t>
            </a:r>
            <a:endParaRPr lang="en-US" sz="1200" dirty="0"/>
          </a:p>
        </p:txBody>
      </p:sp>
      <p:sp>
        <p:nvSpPr>
          <p:cNvPr id="44" name="Rectangle 43"/>
          <p:cNvSpPr/>
          <p:nvPr/>
        </p:nvSpPr>
        <p:spPr>
          <a:xfrm>
            <a:off x="7191892" y="782812"/>
            <a:ext cx="4447308" cy="3934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err="1" smtClean="0"/>
              <a:t>CarMaker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415835" y="2048615"/>
            <a:ext cx="374350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600" dirty="0" smtClean="0">
                <a:solidFill>
                  <a:srgbClr val="339933"/>
                </a:solidFill>
              </a:rPr>
              <a:t>radar </a:t>
            </a:r>
            <a:r>
              <a:rPr lang="hu-HU" sz="1600" dirty="0" err="1" smtClean="0">
                <a:solidFill>
                  <a:srgbClr val="339933"/>
                </a:solidFill>
              </a:rPr>
              <a:t>type</a:t>
            </a:r>
            <a:r>
              <a:rPr lang="hu-HU" sz="1600" dirty="0" smtClean="0">
                <a:solidFill>
                  <a:srgbClr val="339933"/>
                </a:solidFill>
              </a:rPr>
              <a:t> </a:t>
            </a:r>
            <a:r>
              <a:rPr lang="hu-HU" sz="1600" dirty="0" err="1" smtClean="0">
                <a:solidFill>
                  <a:srgbClr val="339933"/>
                </a:solidFill>
              </a:rPr>
              <a:t>request</a:t>
            </a:r>
            <a:endParaRPr lang="en-US" sz="1600" dirty="0">
              <a:solidFill>
                <a:srgbClr val="339933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73578" y="872866"/>
            <a:ext cx="2809701" cy="2599115"/>
          </a:xfrm>
          <a:prstGeom prst="rect">
            <a:avLst/>
          </a:prstGeom>
          <a:solidFill>
            <a:srgbClr val="92D050"/>
          </a:solidFill>
          <a:ln>
            <a:solidFill>
              <a:srgbClr val="0066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err="1" smtClean="0"/>
              <a:t>CANoe</a:t>
            </a:r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7276408" y="1141645"/>
            <a:ext cx="4148052" cy="34916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smtClean="0"/>
              <a:t>APO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3638199" y="2507452"/>
            <a:ext cx="374350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600" dirty="0" err="1" smtClean="0">
                <a:solidFill>
                  <a:schemeClr val="accent1"/>
                </a:solidFill>
              </a:rPr>
              <a:t>detected</a:t>
            </a:r>
            <a:r>
              <a:rPr lang="hu-HU" sz="1600" dirty="0" smtClean="0">
                <a:solidFill>
                  <a:schemeClr val="accent1"/>
                </a:solidFill>
              </a:rPr>
              <a:t> radar </a:t>
            </a:r>
            <a:r>
              <a:rPr lang="hu-HU" sz="1600" dirty="0" err="1" smtClean="0">
                <a:solidFill>
                  <a:schemeClr val="accent1"/>
                </a:solidFill>
              </a:rPr>
              <a:t>object</a:t>
            </a:r>
            <a:r>
              <a:rPr lang="hu-HU" sz="1600" dirty="0" smtClean="0">
                <a:solidFill>
                  <a:schemeClr val="accent1"/>
                </a:solidFill>
              </a:rPr>
              <a:t>(s)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432249" y="2668068"/>
            <a:ext cx="1432873" cy="17330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smtClean="0"/>
              <a:t>RB </a:t>
            </a:r>
            <a:r>
              <a:rPr lang="hu-HU" dirty="0" err="1" smtClean="0"/>
              <a:t>interface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9000222" y="1300450"/>
            <a:ext cx="2320672" cy="31007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sz="1400" dirty="0" smtClean="0"/>
              <a:t>Radar RCS + </a:t>
            </a:r>
            <a:r>
              <a:rPr lang="hu-HU" sz="1400" dirty="0" err="1" smtClean="0"/>
              <a:t>Object</a:t>
            </a:r>
            <a:r>
              <a:rPr lang="hu-HU" sz="1400" dirty="0" smtClean="0"/>
              <a:t> </a:t>
            </a:r>
            <a:r>
              <a:rPr lang="hu-HU" sz="1400" dirty="0" err="1" smtClean="0"/>
              <a:t>sensor</a:t>
            </a:r>
            <a:endParaRPr lang="hu-HU" sz="1400" dirty="0" smtClean="0"/>
          </a:p>
          <a:p>
            <a:r>
              <a:rPr lang="hu-HU" sz="1100" dirty="0" smtClean="0"/>
              <a:t>(multi </a:t>
            </a:r>
            <a:r>
              <a:rPr lang="hu-HU" sz="1100" dirty="0" err="1" smtClean="0"/>
              <a:t>purpose</a:t>
            </a:r>
            <a:r>
              <a:rPr lang="hu-HU" sz="1100" dirty="0" smtClean="0"/>
              <a:t> </a:t>
            </a:r>
            <a:r>
              <a:rPr lang="hu-HU" sz="1100" dirty="0" err="1" smtClean="0"/>
              <a:t>radars</a:t>
            </a:r>
            <a:r>
              <a:rPr lang="hu-HU" sz="1100" dirty="0" smtClean="0"/>
              <a:t> - P&amp;D)</a:t>
            </a:r>
            <a:endParaRPr lang="en-US" sz="1100" dirty="0"/>
          </a:p>
        </p:txBody>
      </p:sp>
      <p:cxnSp>
        <p:nvCxnSpPr>
          <p:cNvPr id="51" name="Straight Arrow Connector 50"/>
          <p:cNvCxnSpPr/>
          <p:nvPr/>
        </p:nvCxnSpPr>
        <p:spPr>
          <a:xfrm flipH="1" flipV="1">
            <a:off x="8713257" y="3724078"/>
            <a:ext cx="478116" cy="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174408" y="2087186"/>
            <a:ext cx="2002054" cy="22396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hu-HU" sz="1400" i="1" dirty="0" err="1" smtClean="0">
                <a:solidFill>
                  <a:srgbClr val="0000FF"/>
                </a:solidFill>
              </a:rPr>
              <a:t>if</a:t>
            </a:r>
            <a:r>
              <a:rPr lang="hu-HU" sz="1400" dirty="0" smtClean="0"/>
              <a:t> </a:t>
            </a:r>
            <a:r>
              <a:rPr lang="hu-HU" sz="1400" dirty="0" smtClean="0">
                <a:solidFill>
                  <a:schemeClr val="accent6"/>
                </a:solidFill>
              </a:rPr>
              <a:t>Radar </a:t>
            </a:r>
            <a:r>
              <a:rPr lang="hu-HU" sz="1400" dirty="0" err="1" smtClean="0">
                <a:solidFill>
                  <a:schemeClr val="accent6"/>
                </a:solidFill>
              </a:rPr>
              <a:t>type</a:t>
            </a:r>
            <a:r>
              <a:rPr lang="hu-HU" sz="1400" dirty="0">
                <a:solidFill>
                  <a:schemeClr val="tx1"/>
                </a:solidFill>
              </a:rPr>
              <a:t> </a:t>
            </a:r>
            <a:r>
              <a:rPr lang="hu-HU" sz="1400" dirty="0" smtClean="0">
                <a:solidFill>
                  <a:schemeClr val="tx1"/>
                </a:solidFill>
              </a:rPr>
              <a:t>== </a:t>
            </a:r>
            <a:r>
              <a:rPr lang="hu-HU" sz="1400" i="1" dirty="0" err="1" smtClean="0">
                <a:solidFill>
                  <a:schemeClr val="tx1"/>
                </a:solidFill>
              </a:rPr>
              <a:t>Driving</a:t>
            </a:r>
            <a:r>
              <a:rPr lang="hu-HU" sz="1400" dirty="0" smtClean="0">
                <a:solidFill>
                  <a:schemeClr val="tx1"/>
                </a:solidFill>
              </a:rPr>
              <a:t> </a:t>
            </a:r>
            <a:r>
              <a:rPr lang="hu-HU" sz="1400" i="1" dirty="0" err="1" smtClean="0">
                <a:solidFill>
                  <a:srgbClr val="0000FF"/>
                </a:solidFill>
              </a:rPr>
              <a:t>then</a:t>
            </a:r>
            <a:r>
              <a:rPr lang="hu-HU" sz="1400" dirty="0" smtClean="0"/>
              <a:t> </a:t>
            </a:r>
          </a:p>
          <a:p>
            <a:pPr lvl="1"/>
            <a:r>
              <a:rPr lang="hu-HU" sz="1400" dirty="0" err="1" smtClean="0"/>
              <a:t>change</a:t>
            </a:r>
            <a:r>
              <a:rPr lang="hu-HU" sz="1400" dirty="0" smtClean="0"/>
              <a:t> </a:t>
            </a:r>
            <a:r>
              <a:rPr lang="hu-HU" sz="1400" dirty="0" err="1" smtClean="0"/>
              <a:t>sensor</a:t>
            </a:r>
            <a:r>
              <a:rPr lang="hu-HU" sz="1400" dirty="0" smtClean="0"/>
              <a:t> </a:t>
            </a:r>
            <a:r>
              <a:rPr lang="hu-HU" sz="1400" dirty="0" err="1" smtClean="0"/>
              <a:t>parameters</a:t>
            </a:r>
            <a:r>
              <a:rPr lang="hu-HU" sz="1400" dirty="0" smtClean="0"/>
              <a:t> </a:t>
            </a:r>
            <a:r>
              <a:rPr lang="hu-HU" sz="1400" dirty="0" err="1" smtClean="0"/>
              <a:t>to</a:t>
            </a:r>
            <a:r>
              <a:rPr lang="hu-HU" sz="1400" dirty="0" smtClean="0"/>
              <a:t>    </a:t>
            </a:r>
          </a:p>
          <a:p>
            <a:pPr lvl="1"/>
            <a:r>
              <a:rPr lang="hu-HU" sz="1400" dirty="0" err="1" smtClean="0"/>
              <a:t>send</a:t>
            </a:r>
            <a:r>
              <a:rPr lang="hu-HU" sz="1400" dirty="0" smtClean="0"/>
              <a:t> </a:t>
            </a:r>
            <a:r>
              <a:rPr lang="hu-HU" sz="1400" dirty="0" err="1" smtClean="0"/>
              <a:t>Driving</a:t>
            </a:r>
            <a:r>
              <a:rPr lang="hu-HU" sz="1400" dirty="0" smtClean="0"/>
              <a:t> </a:t>
            </a:r>
            <a:r>
              <a:rPr lang="hu-HU" sz="1400" dirty="0" err="1" smtClean="0"/>
              <a:t>obj</a:t>
            </a:r>
            <a:endParaRPr lang="hu-HU" sz="1400" dirty="0" smtClean="0"/>
          </a:p>
          <a:p>
            <a:r>
              <a:rPr lang="hu-HU" sz="1400" i="1" dirty="0" err="1" smtClean="0">
                <a:solidFill>
                  <a:srgbClr val="0000FF"/>
                </a:solidFill>
              </a:rPr>
              <a:t>else</a:t>
            </a:r>
            <a:endParaRPr lang="hu-HU" sz="1400" i="1" dirty="0" smtClean="0">
              <a:solidFill>
                <a:srgbClr val="0000FF"/>
              </a:solidFill>
            </a:endParaRPr>
          </a:p>
          <a:p>
            <a:pPr lvl="1"/>
            <a:r>
              <a:rPr lang="hu-HU" sz="1400" dirty="0" err="1" smtClean="0"/>
              <a:t>change</a:t>
            </a:r>
            <a:r>
              <a:rPr lang="hu-HU" sz="1400" dirty="0" smtClean="0"/>
              <a:t> </a:t>
            </a:r>
            <a:r>
              <a:rPr lang="hu-HU" sz="1400" dirty="0" err="1" smtClean="0"/>
              <a:t>sensor</a:t>
            </a:r>
            <a:r>
              <a:rPr lang="hu-HU" sz="1400" dirty="0" smtClean="0"/>
              <a:t> </a:t>
            </a:r>
            <a:r>
              <a:rPr lang="hu-HU" sz="1400" dirty="0" err="1" smtClean="0"/>
              <a:t>parameters</a:t>
            </a:r>
            <a:r>
              <a:rPr lang="hu-HU" sz="1400" dirty="0" smtClean="0"/>
              <a:t> </a:t>
            </a:r>
            <a:r>
              <a:rPr lang="hu-HU" sz="1400" dirty="0" err="1" smtClean="0"/>
              <a:t>to</a:t>
            </a:r>
            <a:r>
              <a:rPr lang="hu-HU" sz="1400" dirty="0" smtClean="0"/>
              <a:t>    </a:t>
            </a:r>
          </a:p>
          <a:p>
            <a:pPr lvl="1"/>
            <a:r>
              <a:rPr lang="hu-HU" sz="1400" dirty="0" err="1" smtClean="0"/>
              <a:t>send</a:t>
            </a:r>
            <a:r>
              <a:rPr lang="hu-HU" sz="1400" dirty="0" smtClean="0"/>
              <a:t> Parking </a:t>
            </a:r>
            <a:r>
              <a:rPr lang="hu-HU" sz="1400" dirty="0" err="1" smtClean="0"/>
              <a:t>obj</a:t>
            </a:r>
            <a:endParaRPr lang="hu-HU" sz="1400" dirty="0" smtClean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3174765" y="2845394"/>
            <a:ext cx="4257484" cy="612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3174765" y="2387169"/>
            <a:ext cx="5999643" cy="0"/>
          </a:xfrm>
          <a:prstGeom prst="straightConnector1">
            <a:avLst/>
          </a:prstGeom>
          <a:ln w="19050">
            <a:solidFill>
              <a:srgbClr val="339933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658097" y="1304212"/>
            <a:ext cx="2509747" cy="2024592"/>
          </a:xfrm>
          <a:prstGeom prst="rect">
            <a:avLst/>
          </a:prstGeom>
          <a:solidFill>
            <a:srgbClr val="B6DF89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err="1" smtClean="0"/>
              <a:t>RoadObj</a:t>
            </a:r>
            <a:r>
              <a:rPr lang="hu-HU" dirty="0" smtClean="0"/>
              <a:t> </a:t>
            </a:r>
            <a:r>
              <a:rPr lang="hu-HU" dirty="0" err="1" smtClean="0"/>
              <a:t>sim</a:t>
            </a:r>
            <a:endParaRPr lang="hu-HU" dirty="0"/>
          </a:p>
        </p:txBody>
      </p:sp>
      <p:cxnSp>
        <p:nvCxnSpPr>
          <p:cNvPr id="56" name="Straight Arrow Connector 55"/>
          <p:cNvCxnSpPr>
            <a:stCxn id="55" idx="2"/>
            <a:endCxn id="57" idx="0"/>
          </p:cNvCxnSpPr>
          <p:nvPr/>
        </p:nvCxnSpPr>
        <p:spPr>
          <a:xfrm flipH="1">
            <a:off x="1912970" y="3328804"/>
            <a:ext cx="1" cy="57452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318262" y="3903327"/>
            <a:ext cx="1189416" cy="42349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hu-HU" dirty="0" err="1" smtClean="0"/>
              <a:t>Bus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465117" y="3486336"/>
            <a:ext cx="164384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600" dirty="0" err="1"/>
              <a:t>m</a:t>
            </a:r>
            <a:r>
              <a:rPr lang="hu-HU" sz="1600" dirty="0" err="1" smtClean="0"/>
              <a:t>sg</a:t>
            </a:r>
            <a:r>
              <a:rPr lang="hu-HU" sz="1600" dirty="0" smtClean="0"/>
              <a:t> </a:t>
            </a:r>
            <a:r>
              <a:rPr lang="hu-HU" sz="1600" dirty="0" err="1" smtClean="0"/>
              <a:t>Tx</a:t>
            </a:r>
            <a:endParaRPr lang="en-US" sz="1600" dirty="0"/>
          </a:p>
        </p:txBody>
      </p:sp>
      <p:sp>
        <p:nvSpPr>
          <p:cNvPr id="59" name="Rectangle 58"/>
          <p:cNvSpPr/>
          <p:nvPr/>
        </p:nvSpPr>
        <p:spPr>
          <a:xfrm>
            <a:off x="7574414" y="3420204"/>
            <a:ext cx="1138843" cy="6077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sz="1400" dirty="0" smtClean="0"/>
              <a:t>Radar </a:t>
            </a:r>
            <a:r>
              <a:rPr lang="hu-HU" sz="1400" dirty="0" err="1" smtClean="0"/>
              <a:t>objects</a:t>
            </a:r>
            <a:endParaRPr lang="en-US" sz="1400" dirty="0"/>
          </a:p>
        </p:txBody>
      </p:sp>
      <p:sp>
        <p:nvSpPr>
          <p:cNvPr id="60" name="TextBox 59"/>
          <p:cNvSpPr txBox="1"/>
          <p:nvPr/>
        </p:nvSpPr>
        <p:spPr>
          <a:xfrm>
            <a:off x="3602177" y="2833285"/>
            <a:ext cx="374350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600" dirty="0" err="1" smtClean="0">
                <a:solidFill>
                  <a:schemeClr val="accent1"/>
                </a:solidFill>
              </a:rPr>
              <a:t>sender</a:t>
            </a:r>
            <a:r>
              <a:rPr lang="hu-HU" sz="1600" dirty="0" smtClean="0">
                <a:solidFill>
                  <a:schemeClr val="accent1"/>
                </a:solidFill>
              </a:rPr>
              <a:t> </a:t>
            </a:r>
            <a:r>
              <a:rPr lang="hu-HU" sz="1600" dirty="0" err="1" smtClean="0">
                <a:solidFill>
                  <a:schemeClr val="accent1"/>
                </a:solidFill>
              </a:rPr>
              <a:t>type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972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 smtClean="0">
                <a:solidFill>
                  <a:schemeClr val="accent1">
                    <a:lumMod val="75000"/>
                  </a:schemeClr>
                </a:solidFill>
              </a:rPr>
              <a:t>Multipurpose</a:t>
            </a:r>
            <a:r>
              <a:rPr lang="hu-HU" dirty="0" smtClean="0">
                <a:solidFill>
                  <a:schemeClr val="accent1">
                    <a:lumMod val="75000"/>
                  </a:schemeClr>
                </a:solidFill>
              </a:rPr>
              <a:t> Radar </a:t>
            </a:r>
            <a:r>
              <a:rPr lang="hu-HU" dirty="0" err="1" smtClean="0">
                <a:solidFill>
                  <a:schemeClr val="accent1">
                    <a:lumMod val="75000"/>
                  </a:schemeClr>
                </a:solidFill>
              </a:rPr>
              <a:t>model</a:t>
            </a:r>
            <a:r>
              <a:rPr lang="hu-HU" sz="2000" dirty="0" smtClean="0">
                <a:solidFill>
                  <a:schemeClr val="accent1">
                    <a:lumMod val="75000"/>
                  </a:schemeClr>
                </a:solidFill>
              </a:rPr>
              <a:t> - Dataflow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sp>
        <p:nvSpPr>
          <p:cNvPr id="6" name="TextBox 5"/>
          <p:cNvSpPr txBox="1"/>
          <p:nvPr/>
        </p:nvSpPr>
        <p:spPr>
          <a:xfrm>
            <a:off x="166744" y="1827846"/>
            <a:ext cx="136300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1200" dirty="0" err="1" smtClean="0">
                <a:solidFill>
                  <a:srgbClr val="339933"/>
                </a:solidFill>
              </a:rPr>
              <a:t>radar_type_req</a:t>
            </a:r>
            <a:endParaRPr lang="en-US" sz="1200" dirty="0">
              <a:solidFill>
                <a:srgbClr val="33993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6744" y="3947545"/>
            <a:ext cx="112200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1200" dirty="0" err="1" smtClean="0"/>
              <a:t>Bus</a:t>
            </a:r>
            <a:r>
              <a:rPr lang="hu-HU" sz="1200" dirty="0" smtClean="0"/>
              <a:t> (</a:t>
            </a:r>
            <a:r>
              <a:rPr lang="hu-HU" sz="1200" dirty="0" err="1" smtClean="0"/>
              <a:t>objects</a:t>
            </a:r>
            <a:r>
              <a:rPr lang="hu-HU" sz="1200" dirty="0" smtClean="0"/>
              <a:t>)</a:t>
            </a:r>
            <a:endParaRPr lang="en-US" sz="1200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355011" y="1431985"/>
            <a:ext cx="854877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496355" y="1325593"/>
            <a:ext cx="0" cy="447135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925683" y="1325593"/>
            <a:ext cx="0" cy="447135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208143" y="1325593"/>
            <a:ext cx="0" cy="447135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781691" y="1325593"/>
            <a:ext cx="0" cy="447135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3640347" y="1325593"/>
            <a:ext cx="0" cy="447135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0067027" y="1325593"/>
            <a:ext cx="0" cy="447135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355011" y="1325593"/>
            <a:ext cx="0" cy="447135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366514" y="1117602"/>
            <a:ext cx="126233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50ms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3654723" y="1117601"/>
            <a:ext cx="126233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50ms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4937185" y="1117600"/>
            <a:ext cx="126233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50ms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6199516" y="1117601"/>
            <a:ext cx="126233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50ms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7513603" y="1117600"/>
            <a:ext cx="126233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50ms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8773057" y="1117599"/>
            <a:ext cx="126233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50ms</a:t>
            </a:r>
            <a:endParaRPr lang="en-US" sz="1200" dirty="0"/>
          </a:p>
        </p:txBody>
      </p:sp>
      <p:sp>
        <p:nvSpPr>
          <p:cNvPr id="41" name="Oval 40"/>
          <p:cNvSpPr/>
          <p:nvPr/>
        </p:nvSpPr>
        <p:spPr>
          <a:xfrm>
            <a:off x="2392397" y="1784919"/>
            <a:ext cx="120764" cy="118493"/>
          </a:xfrm>
          <a:prstGeom prst="ellipse">
            <a:avLst/>
          </a:prstGeom>
          <a:solidFill>
            <a:srgbClr val="339933"/>
          </a:solidFill>
          <a:ln w="9525" cap="flat" cmpd="sng" algn="ctr">
            <a:solidFill>
              <a:srgbClr val="339933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90751" y="1697604"/>
            <a:ext cx="667227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1100" dirty="0" smtClean="0">
                <a:solidFill>
                  <a:srgbClr val="339933"/>
                </a:solidFill>
              </a:rPr>
              <a:t>Parking</a:t>
            </a:r>
            <a:endParaRPr lang="en-US" sz="1100" dirty="0">
              <a:solidFill>
                <a:srgbClr val="339933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496502" y="1959214"/>
            <a:ext cx="670102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1100" dirty="0" err="1" smtClean="0">
                <a:solidFill>
                  <a:srgbClr val="339933"/>
                </a:solidFill>
              </a:rPr>
              <a:t>Driving</a:t>
            </a:r>
            <a:endParaRPr lang="en-US" sz="1100" dirty="0">
              <a:solidFill>
                <a:srgbClr val="339933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2294101" y="2045598"/>
            <a:ext cx="120764" cy="118493"/>
          </a:xfrm>
          <a:prstGeom prst="ellipse">
            <a:avLst/>
          </a:prstGeom>
          <a:solidFill>
            <a:srgbClr val="339933"/>
          </a:solidFill>
          <a:ln w="9525" cap="flat" cmpd="sng" algn="ctr">
            <a:solidFill>
              <a:srgbClr val="339933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2288884" y="4165297"/>
            <a:ext cx="120764" cy="118493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3577089" y="3888298"/>
            <a:ext cx="120764" cy="118493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95525" y="3814877"/>
            <a:ext cx="667227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1100" dirty="0" smtClean="0"/>
              <a:t>Parking</a:t>
            </a:r>
            <a:endParaRPr lang="en-US" sz="1100" dirty="0"/>
          </a:p>
        </p:txBody>
      </p:sp>
      <p:sp>
        <p:nvSpPr>
          <p:cNvPr id="49" name="TextBox 48"/>
          <p:cNvSpPr txBox="1"/>
          <p:nvPr/>
        </p:nvSpPr>
        <p:spPr>
          <a:xfrm>
            <a:off x="1492650" y="4076487"/>
            <a:ext cx="670102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1100" dirty="0" err="1" smtClean="0"/>
              <a:t>Driving</a:t>
            </a:r>
            <a:endParaRPr lang="en-US" sz="1100" dirty="0"/>
          </a:p>
        </p:txBody>
      </p:sp>
      <p:cxnSp>
        <p:nvCxnSpPr>
          <p:cNvPr id="50" name="Straight Connector 49"/>
          <p:cNvCxnSpPr>
            <a:stCxn id="46" idx="6"/>
          </p:cNvCxnSpPr>
          <p:nvPr/>
        </p:nvCxnSpPr>
        <p:spPr>
          <a:xfrm flipV="1">
            <a:off x="2409648" y="3959527"/>
            <a:ext cx="1222073" cy="26501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2355016" y="1863306"/>
            <a:ext cx="86259" cy="255555"/>
          </a:xfrm>
          <a:prstGeom prst="line">
            <a:avLst/>
          </a:prstGeom>
          <a:ln w="19050">
            <a:solidFill>
              <a:srgbClr val="33993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4862425" y="4148045"/>
            <a:ext cx="120764" cy="118493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>
            <a:off x="3677725" y="3947385"/>
            <a:ext cx="1222079" cy="253682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6156386" y="3890559"/>
            <a:ext cx="120764" cy="118493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2" name="Straight Connector 61"/>
          <p:cNvCxnSpPr>
            <a:stCxn id="57" idx="6"/>
          </p:cNvCxnSpPr>
          <p:nvPr/>
        </p:nvCxnSpPr>
        <p:spPr>
          <a:xfrm flipV="1">
            <a:off x="4983189" y="3961789"/>
            <a:ext cx="1227829" cy="24550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7441722" y="4150306"/>
            <a:ext cx="120764" cy="118493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6257022" y="3949646"/>
            <a:ext cx="1222079" cy="253682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8727050" y="3900440"/>
            <a:ext cx="120764" cy="118493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6" name="Straight Connector 65"/>
          <p:cNvCxnSpPr>
            <a:stCxn id="63" idx="6"/>
          </p:cNvCxnSpPr>
          <p:nvPr/>
        </p:nvCxnSpPr>
        <p:spPr>
          <a:xfrm flipV="1">
            <a:off x="7562486" y="3971670"/>
            <a:ext cx="1219196" cy="23788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10012386" y="4160187"/>
            <a:ext cx="120764" cy="118493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>
            <a:off x="8827686" y="3959527"/>
            <a:ext cx="1222079" cy="253682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685425" y="2045598"/>
            <a:ext cx="120764" cy="118493"/>
          </a:xfrm>
          <a:prstGeom prst="ellipse">
            <a:avLst/>
          </a:prstGeom>
          <a:solidFill>
            <a:srgbClr val="339933"/>
          </a:solidFill>
          <a:ln w="9525" cap="flat" cmpd="sng" algn="ctr">
            <a:solidFill>
              <a:srgbClr val="339933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72" name="Straight Connector 71"/>
          <p:cNvCxnSpPr>
            <a:stCxn id="71" idx="2"/>
            <a:endCxn id="41" idx="6"/>
          </p:cNvCxnSpPr>
          <p:nvPr/>
        </p:nvCxnSpPr>
        <p:spPr>
          <a:xfrm flipH="1" flipV="1">
            <a:off x="2513161" y="1844166"/>
            <a:ext cx="1172264" cy="260679"/>
          </a:xfrm>
          <a:prstGeom prst="line">
            <a:avLst/>
          </a:prstGeom>
          <a:ln w="19050">
            <a:solidFill>
              <a:srgbClr val="33993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4983189" y="1784918"/>
            <a:ext cx="120764" cy="118493"/>
          </a:xfrm>
          <a:prstGeom prst="ellipse">
            <a:avLst/>
          </a:prstGeom>
          <a:solidFill>
            <a:srgbClr val="339933"/>
          </a:solidFill>
          <a:ln w="9525" cap="flat" cmpd="sng" algn="ctr">
            <a:solidFill>
              <a:srgbClr val="339933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07" name="Straight Connector 106"/>
          <p:cNvCxnSpPr>
            <a:endCxn id="71" idx="6"/>
          </p:cNvCxnSpPr>
          <p:nvPr/>
        </p:nvCxnSpPr>
        <p:spPr>
          <a:xfrm flipH="1">
            <a:off x="3806189" y="1863306"/>
            <a:ext cx="1205759" cy="241539"/>
          </a:xfrm>
          <a:prstGeom prst="line">
            <a:avLst/>
          </a:prstGeom>
          <a:ln w="19050">
            <a:solidFill>
              <a:srgbClr val="33993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6263788" y="2044818"/>
            <a:ext cx="120764" cy="118493"/>
          </a:xfrm>
          <a:prstGeom prst="ellipse">
            <a:avLst/>
          </a:prstGeom>
          <a:solidFill>
            <a:srgbClr val="339933"/>
          </a:solidFill>
          <a:ln w="9525" cap="flat" cmpd="sng" algn="ctr">
            <a:solidFill>
              <a:srgbClr val="339933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12" name="Straight Connector 111"/>
          <p:cNvCxnSpPr>
            <a:stCxn id="111" idx="2"/>
          </p:cNvCxnSpPr>
          <p:nvPr/>
        </p:nvCxnSpPr>
        <p:spPr>
          <a:xfrm flipH="1" flipV="1">
            <a:off x="5091524" y="1843386"/>
            <a:ext cx="1172264" cy="260679"/>
          </a:xfrm>
          <a:prstGeom prst="line">
            <a:avLst/>
          </a:prstGeom>
          <a:ln w="19050">
            <a:solidFill>
              <a:srgbClr val="33993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7561552" y="1784138"/>
            <a:ext cx="120764" cy="118493"/>
          </a:xfrm>
          <a:prstGeom prst="ellipse">
            <a:avLst/>
          </a:prstGeom>
          <a:solidFill>
            <a:srgbClr val="339933"/>
          </a:solidFill>
          <a:ln w="9525" cap="flat" cmpd="sng" algn="ctr">
            <a:solidFill>
              <a:srgbClr val="339933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14" name="Straight Connector 113"/>
          <p:cNvCxnSpPr>
            <a:endCxn id="111" idx="6"/>
          </p:cNvCxnSpPr>
          <p:nvPr/>
        </p:nvCxnSpPr>
        <p:spPr>
          <a:xfrm flipH="1">
            <a:off x="6384552" y="1862526"/>
            <a:ext cx="1205759" cy="241539"/>
          </a:xfrm>
          <a:prstGeom prst="line">
            <a:avLst/>
          </a:prstGeom>
          <a:ln w="19050">
            <a:solidFill>
              <a:srgbClr val="33993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8827771" y="2051377"/>
            <a:ext cx="120764" cy="118493"/>
          </a:xfrm>
          <a:prstGeom prst="ellipse">
            <a:avLst/>
          </a:prstGeom>
          <a:solidFill>
            <a:srgbClr val="339933"/>
          </a:solidFill>
          <a:ln w="9525" cap="flat" cmpd="sng" algn="ctr">
            <a:solidFill>
              <a:srgbClr val="339933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16" name="Straight Connector 115"/>
          <p:cNvCxnSpPr>
            <a:stCxn id="115" idx="2"/>
          </p:cNvCxnSpPr>
          <p:nvPr/>
        </p:nvCxnSpPr>
        <p:spPr>
          <a:xfrm flipH="1" flipV="1">
            <a:off x="7655507" y="1849945"/>
            <a:ext cx="1172264" cy="260679"/>
          </a:xfrm>
          <a:prstGeom prst="line">
            <a:avLst/>
          </a:prstGeom>
          <a:ln w="19050">
            <a:solidFill>
              <a:srgbClr val="33993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10125535" y="1790697"/>
            <a:ext cx="120764" cy="118493"/>
          </a:xfrm>
          <a:prstGeom prst="ellipse">
            <a:avLst/>
          </a:prstGeom>
          <a:solidFill>
            <a:srgbClr val="339933"/>
          </a:solidFill>
          <a:ln w="9525" cap="flat" cmpd="sng" algn="ctr">
            <a:solidFill>
              <a:srgbClr val="339933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18" name="Straight Connector 117"/>
          <p:cNvCxnSpPr>
            <a:endCxn id="115" idx="6"/>
          </p:cNvCxnSpPr>
          <p:nvPr/>
        </p:nvCxnSpPr>
        <p:spPr>
          <a:xfrm flipH="1">
            <a:off x="8948535" y="1869085"/>
            <a:ext cx="1205759" cy="241539"/>
          </a:xfrm>
          <a:prstGeom prst="line">
            <a:avLst/>
          </a:prstGeom>
          <a:ln w="19050">
            <a:solidFill>
              <a:srgbClr val="33993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66744" y="2921452"/>
            <a:ext cx="196251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1200" dirty="0" err="1" smtClean="0">
                <a:solidFill>
                  <a:schemeClr val="accent1"/>
                </a:solidFill>
              </a:rPr>
              <a:t>CarMaker</a:t>
            </a:r>
            <a:r>
              <a:rPr lang="hu-HU" sz="1200" dirty="0" smtClean="0">
                <a:solidFill>
                  <a:schemeClr val="accent1"/>
                </a:solidFill>
              </a:rPr>
              <a:t> radar </a:t>
            </a:r>
            <a:r>
              <a:rPr lang="hu-HU" sz="1200" dirty="0" err="1" smtClean="0">
                <a:solidFill>
                  <a:schemeClr val="accent1"/>
                </a:solidFill>
              </a:rPr>
              <a:t>content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129259" y="922929"/>
            <a:ext cx="51477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1100" dirty="0" err="1" smtClean="0"/>
              <a:t>Init</a:t>
            </a:r>
            <a:endParaRPr lang="en-US" sz="1100" dirty="0"/>
          </a:p>
        </p:txBody>
      </p:sp>
      <p:sp>
        <p:nvSpPr>
          <p:cNvPr id="121" name="Rectangle 120"/>
          <p:cNvSpPr/>
          <p:nvPr/>
        </p:nvSpPr>
        <p:spPr>
          <a:xfrm>
            <a:off x="2360769" y="2803585"/>
            <a:ext cx="80447" cy="516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2458475" y="2804518"/>
            <a:ext cx="1268076" cy="5163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Parking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3740934" y="2803194"/>
            <a:ext cx="1268076" cy="516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Driving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5032022" y="2803856"/>
            <a:ext cx="1268076" cy="5163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Parking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6314481" y="2800359"/>
            <a:ext cx="1268076" cy="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Driving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596943" y="2800359"/>
            <a:ext cx="1268076" cy="5191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Parking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8882278" y="2804970"/>
            <a:ext cx="1268076" cy="51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Driving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3905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"/>
  <p:tag name="SAXMLCOMPANYNAME" val="bosch"/>
  <p:tag name="SAXCONVERSION" val="1"/>
  <p:tag name="SAXMLCOMPANYNAME_PREVIOUS" val="bosch"/>
  <p:tag name="MLTEMPLATEVERSION_PREVIOUS" val="1.0"/>
</p:tagLst>
</file>

<file path=ppt/theme/theme1.xml><?xml version="1.0" encoding="utf-8"?>
<a:theme xmlns:a="http://schemas.openxmlformats.org/drawingml/2006/main" name="Bosch NG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52779E17-DA50-4443-9CCA-C57129DBFB53}" vid="{CBD1DA7C-47F9-4AE4-B1E4-E762B597D2F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versation-Topic xmlns="bca0bc44-19d1-4824-98a4-321de56310bf" xsi:nil="true"/>
    <Received xmlns="bca0bc44-19d1-4824-98a4-321de56310bf" xsi:nil="true"/>
    <Importance xmlns="bca0bc44-19d1-4824-98a4-321de56310bf" xsi:nil="true"/>
    <ISC xmlns="4c1bb3ec-31fb-4a5a-ac42-aa8cd4516000">3</ISC>
    <Conversation-Index xmlns="bca0bc44-19d1-4824-98a4-321de56310bf" xsi:nil="true"/>
    <Bcc xmlns="bca0bc44-19d1-4824-98a4-321de56310bf" xsi:nil="true"/>
    <Sensitivity xmlns="bca0bc44-19d1-4824-98a4-321de56310bf" xsi:nil="true"/>
    <IconOverlay xmlns="http://schemas.microsoft.com/sharepoint/v4" xsi:nil="true"/>
    <Safeguarding xmlns="4c1bb3ec-31fb-4a5a-ac42-aa8cd4516000">No</Safeguarding>
    <To xmlns="bca0bc44-19d1-4824-98a4-321de56310bf" xsi:nil="true"/>
    <Reply-To xmlns="bca0bc44-19d1-4824-98a4-321de56310bf" xsi:nil="true"/>
    <In-Reply-To xmlns="bca0bc44-19d1-4824-98a4-321de56310bf" xsi:nil="true"/>
    <MailPreviewData xmlns="bca0bc44-19d1-4824-98a4-321de56310bf" xsi:nil="true"/>
    <MessageClass xmlns="4c1bb3ec-31fb-4a5a-ac42-aa8cd4516000" xsi:nil="true"/>
    <Date1 xmlns="bca0bc44-19d1-4824-98a4-321de56310bf" xsi:nil="true"/>
    <Attachment xmlns="bca0bc44-19d1-4824-98a4-321de56310bf">true</Attachment>
    <References xmlns="bca0bc44-19d1-4824-98a4-321de56310bf" xsi:nil="true"/>
    <ArchivingPeriod xmlns="4c1bb3ec-31fb-4a5a-ac42-aa8cd4516000">35</ArchivingPeriod>
    <ASC xmlns="4c1bb3ec-31fb-4a5a-ac42-aa8cd4516000">2</ASC>
    <Cc xmlns="bca0bc44-19d1-4824-98a4-321de56310bf" xsi:nil="true"/>
    <Message-ID xmlns="bca0bc44-19d1-4824-98a4-321de56310bf" xsi:nil="true"/>
    <Historicalrelevance xmlns="4c1bb3ec-31fb-4a5a-ac42-aa8cd4516000">No</Historicalrelevance>
    <OriginalSubject xmlns="bca0bc44-19d1-4824-98a4-321de56310bf" xsi:nil="true"/>
    <CSC xmlns="4c1bb3ec-31fb-4a5a-ac42-aa8cd4516000">2</CSC>
    <From1 xmlns="bca0bc44-19d1-4824-98a4-321de56310bf" xsi:nil="true"/>
    <Revisions xmlns="4c1bb3ec-31fb-4a5a-ac42-aa8cd4516000">
      <Url xsi:nil="true"/>
      <Description xsi:nil="true"/>
    </Revisions>
    <LockedStatus xmlns="4c1bb3ec-31fb-4a5a-ac42-aa8cd4516000">Unlocked</LockedStatus>
    <_vti_ItemHoldRecordStatus xmlns="http://schemas.microsoft.com/sharepoint/v3" xsi:nil="true"/>
    <_vti_ItemDeclaredRecord xmlns="http://schemas.microsoft.com/sharepoint/v3" xsi:nil="true"/>
    <_dlc_DocId xmlns="4c1bb3ec-31fb-4a5a-ac42-aa8cd4516000">P12S144287-699374571-4181</_dlc_DocId>
    <_dlc_DocIdUrl xmlns="4c1bb3ec-31fb-4a5a-ac42-aa8cd4516000">
      <Url>https://sites.inside-share2.bosch.com/sites/144287/_layouts/15/DocIdRedir.aspx?ID=P12S144287-699374571-4181</Url>
      <Description>P12S144287-699374571-4181</Description>
    </_dlc_DocIdUrl>
    <ILMItemType xmlns="4c1bb3ec-31fb-4a5a-ac42-aa8cd4516000">ConceptualItem</ILMItemType>
    <LockedBy xmlns="4c1bb3ec-31fb-4a5a-ac42-aa8cd4516000">
      <UserInfo>
        <DisplayName/>
        <AccountId xsi:nil="true"/>
        <AccountType/>
      </UserInfo>
    </LockedBy>
    <ILMCreationRevision xmlns="4c1bb3ec-31fb-4a5a-ac42-aa8cd4516000">false</ILMCreationRevision>
    <IlmBasedOn xmlns="4c1bb3ec-31fb-4a5a-ac42-aa8cd4516000" xsi:nil="true"/>
  </documentManagement>
</p:propertie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XC-DX/EDI2</OrgInhalt>
      <Wert>XC-DX/EDI2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</OrgInhalt>
      <Wert>Intern</Wert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2022. Alle Rechte vorbehalten, auch bzgl. jeder Verfügung, Verwertung, Reproduktion, Bearbeitung, Weitergabe sowie für den Fall von Schutzrechtsanmeldungen.</OrgInhalt>
      <Wert>© Robert Bosch GmbH 2022.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18.02.2022</OrgInhalt>
      <Wert>18.02.2022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Cross-Domain Computing Solutions</OrgInhalt>
      <Wert>Cross-Domain Computing 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6.xml><?xml version="1.0" encoding="utf-8"?>
<ct:contentTypeSchema xmlns:ct="http://schemas.microsoft.com/office/2006/metadata/contentType" xmlns:ma="http://schemas.microsoft.com/office/2006/metadata/properties/metaAttributes" ct:_="" ma:_="" ma:contentTypeName="ILMBoschDocument" ma:contentTypeID="0x01010079C2150534271841997CA4BF28B151E90100307EA83ED42A584099D189C52F07585A" ma:contentTypeVersion="30" ma:contentTypeDescription="Bosch Document Content Type for ILM" ma:contentTypeScope="" ma:versionID="46680fb55f2b448e4d697b4aac1c2ef6">
  <xsd:schema xmlns:xsd="http://www.w3.org/2001/XMLSchema" xmlns:xs="http://www.w3.org/2001/XMLSchema" xmlns:p="http://schemas.microsoft.com/office/2006/metadata/properties" xmlns:ns1="http://schemas.microsoft.com/sharepoint/v3" xmlns:ns2="4c1bb3ec-31fb-4a5a-ac42-aa8cd4516000" xmlns:ns3="bca0bc44-19d1-4824-98a4-321de56310bf" xmlns:ns4="http://schemas.microsoft.com/sharepoint/v4" targetNamespace="http://schemas.microsoft.com/office/2006/metadata/properties" ma:root="true" ma:fieldsID="8e307836bdc0b590fde6f31324e6d042" ns1:_="" ns2:_="" ns3:_="" ns4:_="">
    <xsd:import namespace="http://schemas.microsoft.com/sharepoint/v3"/>
    <xsd:import namespace="4c1bb3ec-31fb-4a5a-ac42-aa8cd4516000"/>
    <xsd:import namespace="bca0bc44-19d1-4824-98a4-321de56310b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CSC"/>
                <xsd:element ref="ns2:ASC"/>
                <xsd:element ref="ns2:ISC"/>
                <xsd:element ref="ns2:ArchivingPeriod"/>
                <xsd:element ref="ns2:Safeguarding"/>
                <xsd:element ref="ns2:Historicalrelevance"/>
                <xsd:element ref="ns3:OriginalSubject" minOccurs="0"/>
                <xsd:element ref="ns3:From1" minOccurs="0"/>
                <xsd:element ref="ns3:Cc" minOccurs="0"/>
                <xsd:element ref="ns3:Bcc" minOccurs="0"/>
                <xsd:element ref="ns3:Conversation-Topic" minOccurs="0"/>
                <xsd:element ref="ns3:Date1" minOccurs="0"/>
                <xsd:element ref="ns3:Reply-To" minOccurs="0"/>
                <xsd:element ref="ns3:To" minOccurs="0"/>
                <xsd:element ref="ns3:Received" minOccurs="0"/>
                <xsd:element ref="ns3:Attachment" minOccurs="0"/>
                <xsd:element ref="ns3:Sensitivity" minOccurs="0"/>
                <xsd:element ref="ns3:Importance" minOccurs="0"/>
                <xsd:element ref="ns3:In-Reply-To" minOccurs="0"/>
                <xsd:element ref="ns3:References" minOccurs="0"/>
                <xsd:element ref="ns3:Conversation-Index" minOccurs="0"/>
                <xsd:element ref="ns3:MailPreviewData" minOccurs="0"/>
                <xsd:element ref="ns2:MessageClass" minOccurs="0"/>
                <xsd:element ref="ns3:Message-ID" minOccurs="0"/>
                <xsd:element ref="ns2:IlmBasedOn" minOccurs="0"/>
                <xsd:element ref="ns2:LockedStatus" minOccurs="0"/>
                <xsd:element ref="ns2:LockedBy" minOccurs="0"/>
                <xsd:element ref="ns2:ILMItemType" minOccurs="0"/>
                <xsd:element ref="ns2:ILMCreationRevision" minOccurs="0"/>
                <xsd:element ref="ns2:Revisions" minOccurs="0"/>
                <xsd:element ref="ns4:IconOverlay" minOccurs="0"/>
                <xsd:element ref="ns1:_vti_ItemDeclaredRecord" minOccurs="0"/>
                <xsd:element ref="ns1:_vti_ItemHoldRecord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vti_ItemDeclaredRecord" ma:index="42" nillable="true" ma:displayName="Declared Record" ma:hidden="true" ma:internalName="_vti_ItemDeclaredRecord" ma:readOnly="true">
      <xsd:simpleType>
        <xsd:restriction base="dms:DateTime"/>
      </xsd:simpleType>
    </xsd:element>
    <xsd:element name="_vti_ItemHoldRecordStatus" ma:index="43" nillable="true" ma:displayName="Hold and Record Status" ma:decimals="0" ma:description="" ma:hidden="true" ma:indexed="true" ma:internalName="_vti_ItemHoldRecord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bb3ec-31fb-4a5a-ac42-aa8cd45160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CSC" ma:index="11" ma:displayName="C-SC" ma:default="1" ma:description="Security Class for Confidentiality." ma:format="Dropdown" ma:indexed="true" ma:internalName="C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SC" ma:index="12" ma:displayName="A-SC" ma:default="1" ma:description="Security Class for Availability" ma:format="Dropdown" ma:indexed="true" ma:internalName="A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ISC" ma:index="13" ma:displayName="I-SC" ma:default="1" ma:description="Security Class for Integrity" ma:format="Dropdown" ma:internalName="I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rchivingPeriod" ma:index="14" ma:displayName="Archiving Period (in years)" ma:default="35" ma:description="File will be deleted from the archive after end of the archiving" ma:format="Dropdown" ma:indexed="true" ma:internalName="ArchivingPeriod" ma:readOnly="false">
      <xsd:simpleType>
        <xsd:union memberTypes="dms:Text">
          <xsd:simpleType>
            <xsd:restriction base="dms:Choice">
              <xsd:enumeration value="1"/>
              <xsd:enumeration value="3"/>
              <xsd:enumeration value="6"/>
              <xsd:enumeration value="10"/>
              <xsd:enumeration value="15"/>
              <xsd:enumeration value="35"/>
              <xsd:enumeration value="Delete when archiving"/>
              <xsd:enumeration value="infinite"/>
            </xsd:restriction>
          </xsd:simpleType>
        </xsd:union>
      </xsd:simpleType>
    </xsd:element>
    <xsd:element name="Safeguarding" ma:index="15" ma:displayName="Safeguarding" ma:default="No" ma:description="Special safeguarding requirements" ma:format="Dropdown" ma:internalName="Safeguarding" ma:readOnly="false">
      <xsd:simpleType>
        <xsd:restriction base="dms:Choice">
          <xsd:enumeration value="Yes"/>
          <xsd:enumeration value="No"/>
        </xsd:restriction>
      </xsd:simpleType>
    </xsd:element>
    <xsd:element name="Historicalrelevance" ma:index="16" ma:displayName="Historical relevance" ma:default="No" ma:description="Handover to C/CCH" ma:format="Dropdown" ma:internalName="Historicalrelevance" ma:readOnly="false">
      <xsd:simpleType>
        <xsd:restriction base="dms:Choice">
          <xsd:enumeration value="Yes"/>
          <xsd:enumeration value="No"/>
        </xsd:restriction>
      </xsd:simpleType>
    </xsd:element>
    <xsd:element name="MessageClass" ma:index="33" nillable="true" ma:displayName="MessageClass" ma:hidden="true" ma:internalName="MessageClass">
      <xsd:simpleType>
        <xsd:restriction base="dms:Text">
          <xsd:maxLength value="255"/>
        </xsd:restriction>
      </xsd:simpleType>
    </xsd:element>
    <xsd:element name="IlmBasedOn" ma:index="35" nillable="true" ma:displayName="Based on" ma:internalName="IlmBasedOn" ma:readOnly="true">
      <xsd:simpleType>
        <xsd:restriction base="dms:Text"/>
      </xsd:simpleType>
    </xsd:element>
    <xsd:element name="LockedStatus" ma:index="36" nillable="true" ma:displayName="Locked Status" ma:default="Unlocked" ma:internalName="LockedStatus" ma:readOnly="true">
      <xsd:simpleType>
        <xsd:restriction base="dms:Text"/>
      </xsd:simpleType>
    </xsd:element>
    <xsd:element name="LockedBy" ma:index="37" nillable="true" ma:displayName="Locked By" ma:internalName="Locked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LMItemType" ma:index="38" nillable="true" ma:displayName="ILMItemType" ma:default="ConceptualItem" ma:indexed="true" ma:internalName="ILMItemType" ma:readOnly="true">
      <xsd:simpleType>
        <xsd:restriction base="dms:Text"/>
      </xsd:simpleType>
    </xsd:element>
    <xsd:element name="ILMCreationRevision" ma:index="39" nillable="true" ma:displayName="Creating Revision" ma:internalName="ILMCreationRevision" ma:readOnly="true">
      <xsd:simpleType>
        <xsd:restriction base="dms:Boolean"/>
      </xsd:simpleType>
    </xsd:element>
    <xsd:element name="Revisions" ma:index="40" nillable="true" ma:displayName="Revision set" ma:internalName="Revision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0bc44-19d1-4824-98a4-321de56310bf" elementFormDefault="qualified">
    <xsd:import namespace="http://schemas.microsoft.com/office/2006/documentManagement/types"/>
    <xsd:import namespace="http://schemas.microsoft.com/office/infopath/2007/PartnerControls"/>
    <xsd:element name="OriginalSubject" ma:index="17" nillable="true" ma:displayName="OriginalSubject" ma:internalName="OriginalSubject">
      <xsd:simpleType>
        <xsd:restriction base="dms:Text">
          <xsd:maxLength value="255"/>
        </xsd:restriction>
      </xsd:simpleType>
    </xsd:element>
    <xsd:element name="From1" ma:index="18" nillable="true" ma:displayName="From" ma:internalName="From1">
      <xsd:simpleType>
        <xsd:restriction base="dms:Text">
          <xsd:maxLength value="255"/>
        </xsd:restriction>
      </xsd:simpleType>
    </xsd:element>
    <xsd:element name="Cc" ma:index="19" nillable="true" ma:displayName="Cc" ma:internalName="Cc">
      <xsd:simpleType>
        <xsd:restriction base="dms:Note">
          <xsd:maxLength value="255"/>
        </xsd:restriction>
      </xsd:simpleType>
    </xsd:element>
    <xsd:element name="Bcc" ma:index="20" nillable="true" ma:displayName="Bcc" ma:internalName="Bcc">
      <xsd:simpleType>
        <xsd:restriction base="dms:Note">
          <xsd:maxLength value="255"/>
        </xsd:restriction>
      </xsd:simpleType>
    </xsd:element>
    <xsd:element name="Conversation-Topic" ma:index="21" nillable="true" ma:displayName="Conversation-Topic" ma:internalName="Conversation_x002d_Topic">
      <xsd:simpleType>
        <xsd:restriction base="dms:Text">
          <xsd:maxLength value="255"/>
        </xsd:restriction>
      </xsd:simpleType>
    </xsd:element>
    <xsd:element name="Date1" ma:index="22" nillable="true" ma:displayName="Date" ma:format="DateOnly" ma:internalName="Date1">
      <xsd:simpleType>
        <xsd:restriction base="dms:DateTime"/>
      </xsd:simpleType>
    </xsd:element>
    <xsd:element name="Reply-To" ma:index="23" nillable="true" ma:displayName="Reply-To" ma:internalName="Reply_x002d_To">
      <xsd:simpleType>
        <xsd:restriction base="dms:Text">
          <xsd:maxLength value="255"/>
        </xsd:restriction>
      </xsd:simpleType>
    </xsd:element>
    <xsd:element name="To" ma:index="24" nillable="true" ma:displayName="To" ma:internalName="To">
      <xsd:simpleType>
        <xsd:restriction base="dms:Note">
          <xsd:maxLength value="255"/>
        </xsd:restriction>
      </xsd:simpleType>
    </xsd:element>
    <xsd:element name="Received" ma:index="25" nillable="true" ma:displayName="Received" ma:internalName="Received">
      <xsd:simpleType>
        <xsd:restriction base="dms:Text">
          <xsd:maxLength value="255"/>
        </xsd:restriction>
      </xsd:simpleType>
    </xsd:element>
    <xsd:element name="Attachment" ma:index="26" nillable="true" ma:displayName="Attachment" ma:default="1" ma:internalName="Attachment">
      <xsd:simpleType>
        <xsd:restriction base="dms:Boolean"/>
      </xsd:simpleType>
    </xsd:element>
    <xsd:element name="Sensitivity" ma:index="27" nillable="true" ma:displayName="Sensitivity" ma:internalName="Sensitivity">
      <xsd:simpleType>
        <xsd:restriction base="dms:Text">
          <xsd:maxLength value="255"/>
        </xsd:restriction>
      </xsd:simpleType>
    </xsd:element>
    <xsd:element name="Importance" ma:index="28" nillable="true" ma:displayName="Importance" ma:internalName="Importance">
      <xsd:simpleType>
        <xsd:restriction base="dms:Text">
          <xsd:maxLength value="255"/>
        </xsd:restriction>
      </xsd:simpleType>
    </xsd:element>
    <xsd:element name="In-Reply-To" ma:index="29" nillable="true" ma:displayName="In-Reply-To" ma:internalName="In_x002d_Reply_x002d_To">
      <xsd:simpleType>
        <xsd:restriction base="dms:Text">
          <xsd:maxLength value="255"/>
        </xsd:restriction>
      </xsd:simpleType>
    </xsd:element>
    <xsd:element name="References" ma:index="30" nillable="true" ma:displayName="References" ma:internalName="References">
      <xsd:simpleType>
        <xsd:restriction base="dms:Text">
          <xsd:maxLength value="255"/>
        </xsd:restriction>
      </xsd:simpleType>
    </xsd:element>
    <xsd:element name="Conversation-Index" ma:index="31" nillable="true" ma:displayName="Conversation-Index" ma:hidden="true" ma:internalName="Conversation_x002d_Index">
      <xsd:simpleType>
        <xsd:restriction base="dms:Text">
          <xsd:maxLength value="255"/>
        </xsd:restriction>
      </xsd:simpleType>
    </xsd:element>
    <xsd:element name="MailPreviewData" ma:index="32" nillable="true" ma:displayName="MailPreviewData" ma:hidden="true" ma:internalName="MailPreviewData">
      <xsd:simpleType>
        <xsd:restriction base="dms:Note"/>
      </xsd:simpleType>
    </xsd:element>
    <xsd:element name="Message-ID" ma:index="34" nillable="true" ma:displayName="Message-ID" ma:hidden="true" ma:internalName="Message_x002d_I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4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D75C32-321C-42A1-A33F-C90BE62E2E82}">
  <ds:schemaRefs>
    <ds:schemaRef ds:uri="http://schemas.microsoft.com/office/2006/documentManagement/types"/>
    <ds:schemaRef ds:uri="http://schemas.microsoft.com/sharepoint/v4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bca0bc44-19d1-4824-98a4-321de56310bf"/>
    <ds:schemaRef ds:uri="4c1bb3ec-31fb-4a5a-ac42-aa8cd4516000"/>
    <ds:schemaRef ds:uri="http://purl.org/dc/terms/"/>
    <ds:schemaRef ds:uri="http://schemas.microsoft.com/sharepoint/v3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customXml/itemProps3.xml><?xml version="1.0" encoding="utf-8"?>
<ds:datastoreItem xmlns:ds="http://schemas.openxmlformats.org/officeDocument/2006/customXml" ds:itemID="{B0217FDE-38C6-42B6-A9F4-53BF86FE035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0252559-44F8-474C-B66D-E357B88E32C2}">
  <ds:schemaRefs/>
</ds:datastoreItem>
</file>

<file path=customXml/itemProps5.xml><?xml version="1.0" encoding="utf-8"?>
<ds:datastoreItem xmlns:ds="http://schemas.openxmlformats.org/officeDocument/2006/customXml" ds:itemID="{2A07C1F3-6EEE-449B-9B9C-8FCCF2F10769}">
  <ds:schemaRefs>
    <ds:schemaRef ds:uri="http://schemas.microsoft.com/sharepoint/events"/>
  </ds:schemaRefs>
</ds:datastoreItem>
</file>

<file path=customXml/itemProps6.xml><?xml version="1.0" encoding="utf-8"?>
<ds:datastoreItem xmlns:ds="http://schemas.openxmlformats.org/officeDocument/2006/customXml" ds:itemID="{488ADB33-F615-4DA3-A5E5-621971C60A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c1bb3ec-31fb-4a5a-ac42-aa8cd4516000"/>
    <ds:schemaRef ds:uri="bca0bc44-19d1-4824-98a4-321de56310bf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434</Words>
  <Application>Microsoft Office PowerPoint</Application>
  <PresentationFormat>Widescreen</PresentationFormat>
  <Paragraphs>87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Bosch Office Sans</vt:lpstr>
      <vt:lpstr>Calibri</vt:lpstr>
      <vt:lpstr>Wingdings 3</vt:lpstr>
      <vt:lpstr>Bosch NG</vt:lpstr>
      <vt:lpstr>System Design Multipurpose radar model</vt:lpstr>
      <vt:lpstr>PowerPoint Presentation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 PSA CDPO R11</dc:title>
  <dc:creator>Herrera Rafael (XC-DX/EDF2)</dc:creator>
  <cp:lastModifiedBy>Horvath Bela (XC-AS/EDT1-Bp)</cp:lastModifiedBy>
  <cp:revision>599</cp:revision>
  <dcterms:created xsi:type="dcterms:W3CDTF">2022-02-18T11:02:55Z</dcterms:created>
  <dcterms:modified xsi:type="dcterms:W3CDTF">2025-01-10T16:29:50Z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  <property fmtid="{D5CDD505-2E9C-101B-9397-08002B2CF9AE}" pid="8" name="ContentTypeId">
    <vt:lpwstr>0x01010079C2150534271841997CA4BF28B151E90100307EA83ED42A584099D189C52F07585A</vt:lpwstr>
  </property>
  <property fmtid="{D5CDD505-2E9C-101B-9397-08002B2CF9AE}" pid="9" name="ecm_ItemDeleteBlockHolders">
    <vt:lpwstr/>
  </property>
  <property fmtid="{D5CDD505-2E9C-101B-9397-08002B2CF9AE}" pid="10" name="ecm_RecordRestrictions">
    <vt:lpwstr/>
  </property>
  <property fmtid="{D5CDD505-2E9C-101B-9397-08002B2CF9AE}" pid="11" name="ecm_ItemLockHolders">
    <vt:lpwstr/>
  </property>
  <property fmtid="{D5CDD505-2E9C-101B-9397-08002B2CF9AE}" pid="12" name="_dlc_DocIdItemGuid">
    <vt:lpwstr>905797a4-9edb-4cac-ba0e-b0a0bdc26ba2</vt:lpwstr>
  </property>
  <property fmtid="{D5CDD505-2E9C-101B-9397-08002B2CF9AE}" pid="13" name="ILMRevision">
    <vt:lpwstr/>
  </property>
  <property fmtid="{D5CDD505-2E9C-101B-9397-08002B2CF9AE}" pid="14" name="ConceptualVersion">
    <vt:lpwstr/>
  </property>
  <property fmtid="{D5CDD505-2E9C-101B-9397-08002B2CF9AE}" pid="15" name="ConceptualVersionTreeview">
    <vt:lpwstr/>
  </property>
  <property fmtid="{D5CDD505-2E9C-101B-9397-08002B2CF9AE}" pid="16" name="ILMComments">
    <vt:lpwstr/>
  </property>
  <property fmtid="{D5CDD505-2E9C-101B-9397-08002B2CF9AE}" pid="17" name="ILMExternalReference">
    <vt:lpwstr/>
  </property>
  <property fmtid="{D5CDD505-2E9C-101B-9397-08002B2CF9AE}" pid="18" name="DocIdOfLinkItem">
    <vt:lpwstr/>
  </property>
</Properties>
</file>