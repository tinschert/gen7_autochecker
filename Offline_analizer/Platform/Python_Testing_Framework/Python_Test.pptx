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7"/>
  </p:notesMasterIdLst>
  <p:sldIdLst>
    <p:sldId id="259" r:id="rId4"/>
    <p:sldId id="257" r:id="rId5"/>
    <p:sldId id="258" r:id="rId6"/>
  </p:sldIdLst>
  <p:sldSz cx="10969625" cy="6170613"/>
  <p:notesSz cx="6858000" cy="9144000"/>
  <p:custDataLst>
    <p:tags r:id="rId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60708-6B2B-4B46-86C7-44E3C0142C80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89E4F47-3692-4D96-90AB-2F51B740640F}">
      <dgm:prSet phldrT="[Texte]"/>
      <dgm:spPr/>
      <dgm:t>
        <a:bodyPr/>
        <a:lstStyle/>
        <a:p>
          <a:r>
            <a:rPr lang="fr-FR" dirty="0"/>
            <a:t>Jenkins Job</a:t>
          </a:r>
        </a:p>
      </dgm:t>
    </dgm:pt>
    <dgm:pt modelId="{DE7BB9D6-5009-4424-8644-8857358153B7}" type="parTrans" cxnId="{5B98DDC4-BA97-4547-8D8C-718C71524D22}">
      <dgm:prSet/>
      <dgm:spPr/>
      <dgm:t>
        <a:bodyPr/>
        <a:lstStyle/>
        <a:p>
          <a:endParaRPr lang="fr-FR"/>
        </a:p>
      </dgm:t>
    </dgm:pt>
    <dgm:pt modelId="{D713DB36-D7F6-4131-829C-64D7791C1188}" type="sibTrans" cxnId="{5B98DDC4-BA97-4547-8D8C-718C71524D22}">
      <dgm:prSet/>
      <dgm:spPr/>
      <dgm:t>
        <a:bodyPr/>
        <a:lstStyle/>
        <a:p>
          <a:endParaRPr lang="fr-FR"/>
        </a:p>
      </dgm:t>
    </dgm:pt>
    <dgm:pt modelId="{357AC3C9-06D2-4886-9D83-8B99F925DEB5}">
      <dgm:prSet phldrT="[Texte]"/>
      <dgm:spPr/>
      <dgm:t>
        <a:bodyPr/>
        <a:lstStyle/>
        <a:p>
          <a:r>
            <a:rPr lang="fr-FR" dirty="0" err="1"/>
            <a:t>Deployment</a:t>
          </a:r>
          <a:endParaRPr lang="fr-FR" dirty="0"/>
        </a:p>
      </dgm:t>
    </dgm:pt>
    <dgm:pt modelId="{41FF125E-997D-46E8-A270-AA6B0F17D87F}" type="parTrans" cxnId="{DE98E5C1-A62E-4377-B95D-EBC8A8DD398C}">
      <dgm:prSet/>
      <dgm:spPr/>
      <dgm:t>
        <a:bodyPr/>
        <a:lstStyle/>
        <a:p>
          <a:endParaRPr lang="fr-FR"/>
        </a:p>
      </dgm:t>
    </dgm:pt>
    <dgm:pt modelId="{E87B4CA4-5DF1-4C06-86A6-9BBB3AB6217D}" type="sibTrans" cxnId="{DE98E5C1-A62E-4377-B95D-EBC8A8DD398C}">
      <dgm:prSet/>
      <dgm:spPr/>
      <dgm:t>
        <a:bodyPr/>
        <a:lstStyle/>
        <a:p>
          <a:endParaRPr lang="fr-FR"/>
        </a:p>
      </dgm:t>
    </dgm:pt>
    <dgm:pt modelId="{19CE2F78-0C53-48B6-91A6-489261C51CFF}">
      <dgm:prSet phldrT="[Texte]"/>
      <dgm:spPr/>
      <dgm:t>
        <a:bodyPr/>
        <a:lstStyle/>
        <a:p>
          <a:r>
            <a:rPr lang="fr-FR" dirty="0"/>
            <a:t>Offline </a:t>
          </a:r>
          <a:r>
            <a:rPr lang="fr-FR" dirty="0" err="1"/>
            <a:t>Analysis</a:t>
          </a:r>
          <a:endParaRPr lang="fr-FR" dirty="0"/>
        </a:p>
      </dgm:t>
    </dgm:pt>
    <dgm:pt modelId="{3685D5B3-1A56-49BF-8361-1F6944EAF0B7}" type="parTrans" cxnId="{A4CA45AE-E6B5-4D0B-9BCD-F42DF32CB0FD}">
      <dgm:prSet/>
      <dgm:spPr/>
      <dgm:t>
        <a:bodyPr/>
        <a:lstStyle/>
        <a:p>
          <a:endParaRPr lang="fr-FR"/>
        </a:p>
      </dgm:t>
    </dgm:pt>
    <dgm:pt modelId="{DD8F7F2D-58E9-4D0B-A9C8-55800084B386}" type="sibTrans" cxnId="{A4CA45AE-E6B5-4D0B-9BCD-F42DF32CB0FD}">
      <dgm:prSet/>
      <dgm:spPr/>
      <dgm:t>
        <a:bodyPr/>
        <a:lstStyle/>
        <a:p>
          <a:endParaRPr lang="fr-FR"/>
        </a:p>
      </dgm:t>
    </dgm:pt>
    <dgm:pt modelId="{ED3D07C1-C650-49ED-BD4C-508DEBEC00DD}">
      <dgm:prSet phldrT="[Texte]"/>
      <dgm:spPr/>
      <dgm:t>
        <a:bodyPr/>
        <a:lstStyle/>
        <a:p>
          <a:r>
            <a:rPr lang="fr-FR" dirty="0"/>
            <a:t>RQM </a:t>
          </a:r>
          <a:r>
            <a:rPr lang="fr-FR" dirty="0" err="1"/>
            <a:t>traceability</a:t>
          </a:r>
          <a:endParaRPr lang="fr-FR" dirty="0"/>
        </a:p>
      </dgm:t>
    </dgm:pt>
    <dgm:pt modelId="{F96BAF57-14CC-46F0-90A7-89B68F3353EC}" type="parTrans" cxnId="{D931E184-4DCF-4A50-97B4-DD2A9334E9E3}">
      <dgm:prSet/>
      <dgm:spPr/>
      <dgm:t>
        <a:bodyPr/>
        <a:lstStyle/>
        <a:p>
          <a:endParaRPr lang="fr-FR"/>
        </a:p>
      </dgm:t>
    </dgm:pt>
    <dgm:pt modelId="{AE8E20A6-178F-4160-92BE-DA8257ED3FE0}" type="sibTrans" cxnId="{D931E184-4DCF-4A50-97B4-DD2A9334E9E3}">
      <dgm:prSet/>
      <dgm:spPr/>
      <dgm:t>
        <a:bodyPr/>
        <a:lstStyle/>
        <a:p>
          <a:endParaRPr lang="fr-FR"/>
        </a:p>
      </dgm:t>
    </dgm:pt>
    <dgm:pt modelId="{15C1AD26-D340-4F50-8277-077F00EE2743}">
      <dgm:prSet phldrT="[Texte]"/>
      <dgm:spPr/>
      <dgm:t>
        <a:bodyPr/>
        <a:lstStyle/>
        <a:p>
          <a:r>
            <a:rPr lang="fr-FR" dirty="0"/>
            <a:t>Evaluation &amp; </a:t>
          </a:r>
          <a:r>
            <a:rPr lang="fr-FR" dirty="0" err="1"/>
            <a:t>Development</a:t>
          </a:r>
          <a:endParaRPr lang="fr-FR" dirty="0"/>
        </a:p>
      </dgm:t>
    </dgm:pt>
    <dgm:pt modelId="{F1F097EC-8F84-4C5C-B00C-72EC85A16A70}" type="parTrans" cxnId="{8D8350A0-00E6-4F17-AB97-846C126CEF4B}">
      <dgm:prSet/>
      <dgm:spPr/>
      <dgm:t>
        <a:bodyPr/>
        <a:lstStyle/>
        <a:p>
          <a:endParaRPr lang="fr-FR"/>
        </a:p>
      </dgm:t>
    </dgm:pt>
    <dgm:pt modelId="{64F9A3C5-B507-4722-944A-8854C7ECCA3A}" type="sibTrans" cxnId="{8D8350A0-00E6-4F17-AB97-846C126CEF4B}">
      <dgm:prSet/>
      <dgm:spPr/>
      <dgm:t>
        <a:bodyPr/>
        <a:lstStyle/>
        <a:p>
          <a:endParaRPr lang="fr-FR"/>
        </a:p>
      </dgm:t>
    </dgm:pt>
    <dgm:pt modelId="{6B50A38A-0E58-4B9F-AA06-8EB0F99E8527}" type="pres">
      <dgm:prSet presAssocID="{6BD60708-6B2B-4B46-86C7-44E3C0142C80}" presName="cycle" presStyleCnt="0">
        <dgm:presLayoutVars>
          <dgm:dir/>
          <dgm:resizeHandles val="exact"/>
        </dgm:presLayoutVars>
      </dgm:prSet>
      <dgm:spPr/>
    </dgm:pt>
    <dgm:pt modelId="{BA6E7289-2463-4B69-AD8C-BC96D8A8905D}" type="pres">
      <dgm:prSet presAssocID="{D89E4F47-3692-4D96-90AB-2F51B740640F}" presName="node" presStyleLbl="node1" presStyleIdx="0" presStyleCnt="5">
        <dgm:presLayoutVars>
          <dgm:bulletEnabled val="1"/>
        </dgm:presLayoutVars>
      </dgm:prSet>
      <dgm:spPr/>
    </dgm:pt>
    <dgm:pt modelId="{A1F2097F-097C-42F8-88CB-8CB54DC277A2}" type="pres">
      <dgm:prSet presAssocID="{D89E4F47-3692-4D96-90AB-2F51B740640F}" presName="spNode" presStyleCnt="0"/>
      <dgm:spPr/>
    </dgm:pt>
    <dgm:pt modelId="{BC43E12F-8CFF-4D27-9E1F-E5EB59959A9B}" type="pres">
      <dgm:prSet presAssocID="{D713DB36-D7F6-4131-829C-64D7791C1188}" presName="sibTrans" presStyleLbl="sibTrans1D1" presStyleIdx="0" presStyleCnt="5"/>
      <dgm:spPr/>
    </dgm:pt>
    <dgm:pt modelId="{45A97ADA-7C67-4106-BE5A-1F709E5F1B8F}" type="pres">
      <dgm:prSet presAssocID="{357AC3C9-06D2-4886-9D83-8B99F925DEB5}" presName="node" presStyleLbl="node1" presStyleIdx="1" presStyleCnt="5">
        <dgm:presLayoutVars>
          <dgm:bulletEnabled val="1"/>
        </dgm:presLayoutVars>
      </dgm:prSet>
      <dgm:spPr/>
    </dgm:pt>
    <dgm:pt modelId="{07FB3E05-66A9-4A6A-90BE-D181E9715BCA}" type="pres">
      <dgm:prSet presAssocID="{357AC3C9-06D2-4886-9D83-8B99F925DEB5}" presName="spNode" presStyleCnt="0"/>
      <dgm:spPr/>
    </dgm:pt>
    <dgm:pt modelId="{2BEB51ED-3D63-4549-86D3-CAA30A2F2A02}" type="pres">
      <dgm:prSet presAssocID="{E87B4CA4-5DF1-4C06-86A6-9BBB3AB6217D}" presName="sibTrans" presStyleLbl="sibTrans1D1" presStyleIdx="1" presStyleCnt="5"/>
      <dgm:spPr/>
    </dgm:pt>
    <dgm:pt modelId="{47B5CD8A-0599-4DCB-8113-101E1331CBB2}" type="pres">
      <dgm:prSet presAssocID="{19CE2F78-0C53-48B6-91A6-489261C51CFF}" presName="node" presStyleLbl="node1" presStyleIdx="2" presStyleCnt="5">
        <dgm:presLayoutVars>
          <dgm:bulletEnabled val="1"/>
        </dgm:presLayoutVars>
      </dgm:prSet>
      <dgm:spPr/>
    </dgm:pt>
    <dgm:pt modelId="{D93F27E4-CDA9-4901-8184-E78800F10604}" type="pres">
      <dgm:prSet presAssocID="{19CE2F78-0C53-48B6-91A6-489261C51CFF}" presName="spNode" presStyleCnt="0"/>
      <dgm:spPr/>
    </dgm:pt>
    <dgm:pt modelId="{1D9C3DF1-5843-4221-8064-7B9B32141C44}" type="pres">
      <dgm:prSet presAssocID="{DD8F7F2D-58E9-4D0B-A9C8-55800084B386}" presName="sibTrans" presStyleLbl="sibTrans1D1" presStyleIdx="2" presStyleCnt="5"/>
      <dgm:spPr/>
    </dgm:pt>
    <dgm:pt modelId="{30DF6EDF-F971-40F9-98E2-39FA2B7A45CA}" type="pres">
      <dgm:prSet presAssocID="{ED3D07C1-C650-49ED-BD4C-508DEBEC00DD}" presName="node" presStyleLbl="node1" presStyleIdx="3" presStyleCnt="5">
        <dgm:presLayoutVars>
          <dgm:bulletEnabled val="1"/>
        </dgm:presLayoutVars>
      </dgm:prSet>
      <dgm:spPr/>
    </dgm:pt>
    <dgm:pt modelId="{7C44AD79-4526-4A22-B987-5476E584738D}" type="pres">
      <dgm:prSet presAssocID="{ED3D07C1-C650-49ED-BD4C-508DEBEC00DD}" presName="spNode" presStyleCnt="0"/>
      <dgm:spPr/>
    </dgm:pt>
    <dgm:pt modelId="{3D0FB9C6-7545-40D0-9A45-7759DECB4696}" type="pres">
      <dgm:prSet presAssocID="{AE8E20A6-178F-4160-92BE-DA8257ED3FE0}" presName="sibTrans" presStyleLbl="sibTrans1D1" presStyleIdx="3" presStyleCnt="5"/>
      <dgm:spPr/>
    </dgm:pt>
    <dgm:pt modelId="{EB1364F3-0553-44BC-B234-6F45A2B69798}" type="pres">
      <dgm:prSet presAssocID="{15C1AD26-D340-4F50-8277-077F00EE2743}" presName="node" presStyleLbl="node1" presStyleIdx="4" presStyleCnt="5">
        <dgm:presLayoutVars>
          <dgm:bulletEnabled val="1"/>
        </dgm:presLayoutVars>
      </dgm:prSet>
      <dgm:spPr/>
    </dgm:pt>
    <dgm:pt modelId="{E8BCDE84-A33C-484E-B74E-537B15CEB8B0}" type="pres">
      <dgm:prSet presAssocID="{15C1AD26-D340-4F50-8277-077F00EE2743}" presName="spNode" presStyleCnt="0"/>
      <dgm:spPr/>
    </dgm:pt>
    <dgm:pt modelId="{724EEC50-EBA0-48BC-90CB-C5984055613D}" type="pres">
      <dgm:prSet presAssocID="{64F9A3C5-B507-4722-944A-8854C7ECCA3A}" presName="sibTrans" presStyleLbl="sibTrans1D1" presStyleIdx="4" presStyleCnt="5"/>
      <dgm:spPr/>
    </dgm:pt>
  </dgm:ptLst>
  <dgm:cxnLst>
    <dgm:cxn modelId="{F638D11C-2656-4678-8D57-3384E4746B67}" type="presOf" srcId="{ED3D07C1-C650-49ED-BD4C-508DEBEC00DD}" destId="{30DF6EDF-F971-40F9-98E2-39FA2B7A45CA}" srcOrd="0" destOrd="0" presId="urn:microsoft.com/office/officeart/2005/8/layout/cycle6"/>
    <dgm:cxn modelId="{798E3622-7112-4189-A25B-BF6D88AE437A}" type="presOf" srcId="{DD8F7F2D-58E9-4D0B-A9C8-55800084B386}" destId="{1D9C3DF1-5843-4221-8064-7B9B32141C44}" srcOrd="0" destOrd="0" presId="urn:microsoft.com/office/officeart/2005/8/layout/cycle6"/>
    <dgm:cxn modelId="{9DD43924-CAD7-4FE3-9CEE-3A9E338E0209}" type="presOf" srcId="{D713DB36-D7F6-4131-829C-64D7791C1188}" destId="{BC43E12F-8CFF-4D27-9E1F-E5EB59959A9B}" srcOrd="0" destOrd="0" presId="urn:microsoft.com/office/officeart/2005/8/layout/cycle6"/>
    <dgm:cxn modelId="{5740275D-0444-4258-8D31-738361A73D43}" type="presOf" srcId="{AE8E20A6-178F-4160-92BE-DA8257ED3FE0}" destId="{3D0FB9C6-7545-40D0-9A45-7759DECB4696}" srcOrd="0" destOrd="0" presId="urn:microsoft.com/office/officeart/2005/8/layout/cycle6"/>
    <dgm:cxn modelId="{C0662A44-F74B-4387-AFE4-9438AD39A02E}" type="presOf" srcId="{6BD60708-6B2B-4B46-86C7-44E3C0142C80}" destId="{6B50A38A-0E58-4B9F-AA06-8EB0F99E8527}" srcOrd="0" destOrd="0" presId="urn:microsoft.com/office/officeart/2005/8/layout/cycle6"/>
    <dgm:cxn modelId="{D931E184-4DCF-4A50-97B4-DD2A9334E9E3}" srcId="{6BD60708-6B2B-4B46-86C7-44E3C0142C80}" destId="{ED3D07C1-C650-49ED-BD4C-508DEBEC00DD}" srcOrd="3" destOrd="0" parTransId="{F96BAF57-14CC-46F0-90A7-89B68F3353EC}" sibTransId="{AE8E20A6-178F-4160-92BE-DA8257ED3FE0}"/>
    <dgm:cxn modelId="{8D8350A0-00E6-4F17-AB97-846C126CEF4B}" srcId="{6BD60708-6B2B-4B46-86C7-44E3C0142C80}" destId="{15C1AD26-D340-4F50-8277-077F00EE2743}" srcOrd="4" destOrd="0" parTransId="{F1F097EC-8F84-4C5C-B00C-72EC85A16A70}" sibTransId="{64F9A3C5-B507-4722-944A-8854C7ECCA3A}"/>
    <dgm:cxn modelId="{B8D058A6-5B2E-4E8A-9095-B105DBD149BF}" type="presOf" srcId="{E87B4CA4-5DF1-4C06-86A6-9BBB3AB6217D}" destId="{2BEB51ED-3D63-4549-86D3-CAA30A2F2A02}" srcOrd="0" destOrd="0" presId="urn:microsoft.com/office/officeart/2005/8/layout/cycle6"/>
    <dgm:cxn modelId="{A4CA45AE-E6B5-4D0B-9BCD-F42DF32CB0FD}" srcId="{6BD60708-6B2B-4B46-86C7-44E3C0142C80}" destId="{19CE2F78-0C53-48B6-91A6-489261C51CFF}" srcOrd="2" destOrd="0" parTransId="{3685D5B3-1A56-49BF-8361-1F6944EAF0B7}" sibTransId="{DD8F7F2D-58E9-4D0B-A9C8-55800084B386}"/>
    <dgm:cxn modelId="{DE98E5C1-A62E-4377-B95D-EBC8A8DD398C}" srcId="{6BD60708-6B2B-4B46-86C7-44E3C0142C80}" destId="{357AC3C9-06D2-4886-9D83-8B99F925DEB5}" srcOrd="1" destOrd="0" parTransId="{41FF125E-997D-46E8-A270-AA6B0F17D87F}" sibTransId="{E87B4CA4-5DF1-4C06-86A6-9BBB3AB6217D}"/>
    <dgm:cxn modelId="{5B98DDC4-BA97-4547-8D8C-718C71524D22}" srcId="{6BD60708-6B2B-4B46-86C7-44E3C0142C80}" destId="{D89E4F47-3692-4D96-90AB-2F51B740640F}" srcOrd="0" destOrd="0" parTransId="{DE7BB9D6-5009-4424-8644-8857358153B7}" sibTransId="{D713DB36-D7F6-4131-829C-64D7791C1188}"/>
    <dgm:cxn modelId="{62A0FFC8-B2F0-4513-BAF5-8AFDF1D3D548}" type="presOf" srcId="{64F9A3C5-B507-4722-944A-8854C7ECCA3A}" destId="{724EEC50-EBA0-48BC-90CB-C5984055613D}" srcOrd="0" destOrd="0" presId="urn:microsoft.com/office/officeart/2005/8/layout/cycle6"/>
    <dgm:cxn modelId="{1D00A3D5-B64F-4542-B8C3-EA16440D6992}" type="presOf" srcId="{357AC3C9-06D2-4886-9D83-8B99F925DEB5}" destId="{45A97ADA-7C67-4106-BE5A-1F709E5F1B8F}" srcOrd="0" destOrd="0" presId="urn:microsoft.com/office/officeart/2005/8/layout/cycle6"/>
    <dgm:cxn modelId="{B5905BD6-F7D0-401D-838A-5F8532474AAA}" type="presOf" srcId="{D89E4F47-3692-4D96-90AB-2F51B740640F}" destId="{BA6E7289-2463-4B69-AD8C-BC96D8A8905D}" srcOrd="0" destOrd="0" presId="urn:microsoft.com/office/officeart/2005/8/layout/cycle6"/>
    <dgm:cxn modelId="{FD94F9DC-3E4A-47B2-B6AF-FDA73D50A31C}" type="presOf" srcId="{15C1AD26-D340-4F50-8277-077F00EE2743}" destId="{EB1364F3-0553-44BC-B234-6F45A2B69798}" srcOrd="0" destOrd="0" presId="urn:microsoft.com/office/officeart/2005/8/layout/cycle6"/>
    <dgm:cxn modelId="{8E92F2F8-9FF4-4274-9F97-AFADE76D79D1}" type="presOf" srcId="{19CE2F78-0C53-48B6-91A6-489261C51CFF}" destId="{47B5CD8A-0599-4DCB-8113-101E1331CBB2}" srcOrd="0" destOrd="0" presId="urn:microsoft.com/office/officeart/2005/8/layout/cycle6"/>
    <dgm:cxn modelId="{3B2C8BDD-F875-477B-A57E-42ECD16E3D9E}" type="presParOf" srcId="{6B50A38A-0E58-4B9F-AA06-8EB0F99E8527}" destId="{BA6E7289-2463-4B69-AD8C-BC96D8A8905D}" srcOrd="0" destOrd="0" presId="urn:microsoft.com/office/officeart/2005/8/layout/cycle6"/>
    <dgm:cxn modelId="{E7647761-EE28-4B3E-B8F1-1BECEBC5F53F}" type="presParOf" srcId="{6B50A38A-0E58-4B9F-AA06-8EB0F99E8527}" destId="{A1F2097F-097C-42F8-88CB-8CB54DC277A2}" srcOrd="1" destOrd="0" presId="urn:microsoft.com/office/officeart/2005/8/layout/cycle6"/>
    <dgm:cxn modelId="{A9460EE5-EDF4-4C9C-825D-636C8012CBC1}" type="presParOf" srcId="{6B50A38A-0E58-4B9F-AA06-8EB0F99E8527}" destId="{BC43E12F-8CFF-4D27-9E1F-E5EB59959A9B}" srcOrd="2" destOrd="0" presId="urn:microsoft.com/office/officeart/2005/8/layout/cycle6"/>
    <dgm:cxn modelId="{39607D7F-4A90-49A5-8B95-CBD4183A1004}" type="presParOf" srcId="{6B50A38A-0E58-4B9F-AA06-8EB0F99E8527}" destId="{45A97ADA-7C67-4106-BE5A-1F709E5F1B8F}" srcOrd="3" destOrd="0" presId="urn:microsoft.com/office/officeart/2005/8/layout/cycle6"/>
    <dgm:cxn modelId="{9016890B-2A29-47D9-A37F-075E1251CF39}" type="presParOf" srcId="{6B50A38A-0E58-4B9F-AA06-8EB0F99E8527}" destId="{07FB3E05-66A9-4A6A-90BE-D181E9715BCA}" srcOrd="4" destOrd="0" presId="urn:microsoft.com/office/officeart/2005/8/layout/cycle6"/>
    <dgm:cxn modelId="{9844EE9A-974E-4090-B877-EE3BBE3D4787}" type="presParOf" srcId="{6B50A38A-0E58-4B9F-AA06-8EB0F99E8527}" destId="{2BEB51ED-3D63-4549-86D3-CAA30A2F2A02}" srcOrd="5" destOrd="0" presId="urn:microsoft.com/office/officeart/2005/8/layout/cycle6"/>
    <dgm:cxn modelId="{F0E2BFC8-8ACD-445E-B5EC-718EFFA8FD53}" type="presParOf" srcId="{6B50A38A-0E58-4B9F-AA06-8EB0F99E8527}" destId="{47B5CD8A-0599-4DCB-8113-101E1331CBB2}" srcOrd="6" destOrd="0" presId="urn:microsoft.com/office/officeart/2005/8/layout/cycle6"/>
    <dgm:cxn modelId="{A22C90F8-7197-49D3-A8CD-4FF80F7A46E7}" type="presParOf" srcId="{6B50A38A-0E58-4B9F-AA06-8EB0F99E8527}" destId="{D93F27E4-CDA9-4901-8184-E78800F10604}" srcOrd="7" destOrd="0" presId="urn:microsoft.com/office/officeart/2005/8/layout/cycle6"/>
    <dgm:cxn modelId="{9AAC44BB-CCC2-492D-BBAB-F98B544B897D}" type="presParOf" srcId="{6B50A38A-0E58-4B9F-AA06-8EB0F99E8527}" destId="{1D9C3DF1-5843-4221-8064-7B9B32141C44}" srcOrd="8" destOrd="0" presId="urn:microsoft.com/office/officeart/2005/8/layout/cycle6"/>
    <dgm:cxn modelId="{64CA7E96-D0B6-4647-9F02-8A7BB89699C2}" type="presParOf" srcId="{6B50A38A-0E58-4B9F-AA06-8EB0F99E8527}" destId="{30DF6EDF-F971-40F9-98E2-39FA2B7A45CA}" srcOrd="9" destOrd="0" presId="urn:microsoft.com/office/officeart/2005/8/layout/cycle6"/>
    <dgm:cxn modelId="{2774F7FC-CA5E-4E96-8EE3-5472B78BC7F1}" type="presParOf" srcId="{6B50A38A-0E58-4B9F-AA06-8EB0F99E8527}" destId="{7C44AD79-4526-4A22-B987-5476E584738D}" srcOrd="10" destOrd="0" presId="urn:microsoft.com/office/officeart/2005/8/layout/cycle6"/>
    <dgm:cxn modelId="{0F1054C6-9E8C-40D8-9F5D-28B3E8CAFD05}" type="presParOf" srcId="{6B50A38A-0E58-4B9F-AA06-8EB0F99E8527}" destId="{3D0FB9C6-7545-40D0-9A45-7759DECB4696}" srcOrd="11" destOrd="0" presId="urn:microsoft.com/office/officeart/2005/8/layout/cycle6"/>
    <dgm:cxn modelId="{2516FF95-3A90-4F25-908E-7F7A6E839282}" type="presParOf" srcId="{6B50A38A-0E58-4B9F-AA06-8EB0F99E8527}" destId="{EB1364F3-0553-44BC-B234-6F45A2B69798}" srcOrd="12" destOrd="0" presId="urn:microsoft.com/office/officeart/2005/8/layout/cycle6"/>
    <dgm:cxn modelId="{CA587F98-435A-4432-86ED-3D0DC2FFD66A}" type="presParOf" srcId="{6B50A38A-0E58-4B9F-AA06-8EB0F99E8527}" destId="{E8BCDE84-A33C-484E-B74E-537B15CEB8B0}" srcOrd="13" destOrd="0" presId="urn:microsoft.com/office/officeart/2005/8/layout/cycle6"/>
    <dgm:cxn modelId="{8814C67C-4FA6-4C77-AE30-EEF9B47C183E}" type="presParOf" srcId="{6B50A38A-0E58-4B9F-AA06-8EB0F99E8527}" destId="{724EEC50-EBA0-48BC-90CB-C5984055613D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E7289-2463-4B69-AD8C-BC96D8A8905D}">
      <dsp:nvSpPr>
        <dsp:cNvPr id="0" name=""/>
        <dsp:cNvSpPr/>
      </dsp:nvSpPr>
      <dsp:spPr>
        <a:xfrm>
          <a:off x="2178999" y="1479"/>
          <a:ext cx="1090830" cy="70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Jenkins Job</a:t>
          </a:r>
        </a:p>
      </dsp:txBody>
      <dsp:txXfrm>
        <a:off x="2213611" y="36091"/>
        <a:ext cx="1021606" cy="639815"/>
      </dsp:txXfrm>
    </dsp:sp>
    <dsp:sp modelId="{BC43E12F-8CFF-4D27-9E1F-E5EB59959A9B}">
      <dsp:nvSpPr>
        <dsp:cNvPr id="0" name=""/>
        <dsp:cNvSpPr/>
      </dsp:nvSpPr>
      <dsp:spPr>
        <a:xfrm>
          <a:off x="1308702" y="355998"/>
          <a:ext cx="2831423" cy="2831423"/>
        </a:xfrm>
        <a:custGeom>
          <a:avLst/>
          <a:gdLst/>
          <a:ahLst/>
          <a:cxnLst/>
          <a:rect l="0" t="0" r="0" b="0"/>
          <a:pathLst>
            <a:path>
              <a:moveTo>
                <a:pt x="1968609" y="112429"/>
              </a:moveTo>
              <a:arcTo wR="1415711" hR="1415711" stAng="17579301" swAng="195998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97ADA-7C67-4106-BE5A-1F709E5F1B8F}">
      <dsp:nvSpPr>
        <dsp:cNvPr id="0" name=""/>
        <dsp:cNvSpPr/>
      </dsp:nvSpPr>
      <dsp:spPr>
        <a:xfrm>
          <a:off x="3525421" y="979711"/>
          <a:ext cx="1090830" cy="70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Deployment</a:t>
          </a:r>
          <a:endParaRPr lang="fr-FR" sz="1200" kern="1200" dirty="0"/>
        </a:p>
      </dsp:txBody>
      <dsp:txXfrm>
        <a:off x="3560033" y="1014323"/>
        <a:ext cx="1021606" cy="639815"/>
      </dsp:txXfrm>
    </dsp:sp>
    <dsp:sp modelId="{2BEB51ED-3D63-4549-86D3-CAA30A2F2A02}">
      <dsp:nvSpPr>
        <dsp:cNvPr id="0" name=""/>
        <dsp:cNvSpPr/>
      </dsp:nvSpPr>
      <dsp:spPr>
        <a:xfrm>
          <a:off x="1308702" y="355998"/>
          <a:ext cx="2831423" cy="2831423"/>
        </a:xfrm>
        <a:custGeom>
          <a:avLst/>
          <a:gdLst/>
          <a:ahLst/>
          <a:cxnLst/>
          <a:rect l="0" t="0" r="0" b="0"/>
          <a:pathLst>
            <a:path>
              <a:moveTo>
                <a:pt x="2829492" y="1341797"/>
              </a:moveTo>
              <a:arcTo wR="1415711" hR="1415711" stAng="21420434" swAng="219510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B5CD8A-0599-4DCB-8113-101E1331CBB2}">
      <dsp:nvSpPr>
        <dsp:cNvPr id="0" name=""/>
        <dsp:cNvSpPr/>
      </dsp:nvSpPr>
      <dsp:spPr>
        <a:xfrm>
          <a:off x="3011133" y="2562525"/>
          <a:ext cx="1090830" cy="70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Offline </a:t>
          </a:r>
          <a:r>
            <a:rPr lang="fr-FR" sz="1200" kern="1200" dirty="0" err="1"/>
            <a:t>Analysis</a:t>
          </a:r>
          <a:endParaRPr lang="fr-FR" sz="1200" kern="1200" dirty="0"/>
        </a:p>
      </dsp:txBody>
      <dsp:txXfrm>
        <a:off x="3045745" y="2597137"/>
        <a:ext cx="1021606" cy="639815"/>
      </dsp:txXfrm>
    </dsp:sp>
    <dsp:sp modelId="{1D9C3DF1-5843-4221-8064-7B9B32141C44}">
      <dsp:nvSpPr>
        <dsp:cNvPr id="0" name=""/>
        <dsp:cNvSpPr/>
      </dsp:nvSpPr>
      <dsp:spPr>
        <a:xfrm>
          <a:off x="1308702" y="355998"/>
          <a:ext cx="2831423" cy="2831423"/>
        </a:xfrm>
        <a:custGeom>
          <a:avLst/>
          <a:gdLst/>
          <a:ahLst/>
          <a:cxnLst/>
          <a:rect l="0" t="0" r="0" b="0"/>
          <a:pathLst>
            <a:path>
              <a:moveTo>
                <a:pt x="1696813" y="2803235"/>
              </a:moveTo>
              <a:arcTo wR="1415711" hR="1415711" stAng="4712839" swAng="137432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DF6EDF-F971-40F9-98E2-39FA2B7A45CA}">
      <dsp:nvSpPr>
        <dsp:cNvPr id="0" name=""/>
        <dsp:cNvSpPr/>
      </dsp:nvSpPr>
      <dsp:spPr>
        <a:xfrm>
          <a:off x="1346865" y="2562525"/>
          <a:ext cx="1090830" cy="70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RQM </a:t>
          </a:r>
          <a:r>
            <a:rPr lang="fr-FR" sz="1200" kern="1200" dirty="0" err="1"/>
            <a:t>traceability</a:t>
          </a:r>
          <a:endParaRPr lang="fr-FR" sz="1200" kern="1200" dirty="0"/>
        </a:p>
      </dsp:txBody>
      <dsp:txXfrm>
        <a:off x="1381477" y="2597137"/>
        <a:ext cx="1021606" cy="639815"/>
      </dsp:txXfrm>
    </dsp:sp>
    <dsp:sp modelId="{3D0FB9C6-7545-40D0-9A45-7759DECB4696}">
      <dsp:nvSpPr>
        <dsp:cNvPr id="0" name=""/>
        <dsp:cNvSpPr/>
      </dsp:nvSpPr>
      <dsp:spPr>
        <a:xfrm>
          <a:off x="1308702" y="355998"/>
          <a:ext cx="2831423" cy="2831423"/>
        </a:xfrm>
        <a:custGeom>
          <a:avLst/>
          <a:gdLst/>
          <a:ahLst/>
          <a:cxnLst/>
          <a:rect l="0" t="0" r="0" b="0"/>
          <a:pathLst>
            <a:path>
              <a:moveTo>
                <a:pt x="236430" y="2198996"/>
              </a:moveTo>
              <a:arcTo wR="1415711" hR="1415711" stAng="8784460" swAng="219510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1364F3-0553-44BC-B234-6F45A2B69798}">
      <dsp:nvSpPr>
        <dsp:cNvPr id="0" name=""/>
        <dsp:cNvSpPr/>
      </dsp:nvSpPr>
      <dsp:spPr>
        <a:xfrm>
          <a:off x="832577" y="979711"/>
          <a:ext cx="1090830" cy="70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Evaluation &amp; </a:t>
          </a:r>
          <a:r>
            <a:rPr lang="fr-FR" sz="1200" kern="1200" dirty="0" err="1"/>
            <a:t>Development</a:t>
          </a:r>
          <a:endParaRPr lang="fr-FR" sz="1200" kern="1200" dirty="0"/>
        </a:p>
      </dsp:txBody>
      <dsp:txXfrm>
        <a:off x="867189" y="1014323"/>
        <a:ext cx="1021606" cy="639815"/>
      </dsp:txXfrm>
    </dsp:sp>
    <dsp:sp modelId="{724EEC50-EBA0-48BC-90CB-C5984055613D}">
      <dsp:nvSpPr>
        <dsp:cNvPr id="0" name=""/>
        <dsp:cNvSpPr/>
      </dsp:nvSpPr>
      <dsp:spPr>
        <a:xfrm>
          <a:off x="1308702" y="355998"/>
          <a:ext cx="2831423" cy="2831423"/>
        </a:xfrm>
        <a:custGeom>
          <a:avLst/>
          <a:gdLst/>
          <a:ahLst/>
          <a:cxnLst/>
          <a:rect l="0" t="0" r="0" b="0"/>
          <a:pathLst>
            <a:path>
              <a:moveTo>
                <a:pt x="246825" y="616996"/>
              </a:moveTo>
              <a:arcTo wR="1415711" hR="1415711" stAng="12860718" swAng="195998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23.01.2025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‹N°›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1"/>
              <a:t>Cliquez pour modifier les styles du texte du masque</a:t>
            </a:r>
          </a:p>
          <a:p>
            <a:pPr lvl="1"/>
            <a:r>
              <a:rPr lang="fr-FR" noProof="1"/>
              <a:t>Deuxième niveau</a:t>
            </a:r>
          </a:p>
          <a:p>
            <a:pPr lvl="2"/>
            <a:r>
              <a:rPr lang="fr-FR" noProof="1"/>
              <a:t>Troisième niveau</a:t>
            </a:r>
          </a:p>
          <a:p>
            <a:pPr lvl="3"/>
            <a:r>
              <a:rPr lang="fr-FR" noProof="1"/>
              <a:t>Quatrième niveau</a:t>
            </a:r>
          </a:p>
          <a:p>
            <a:pPr lvl="4"/>
            <a:r>
              <a:rPr lang="fr-FR" noProof="1"/>
              <a:t>Cinquième niveau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‹N°›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Cross-Domain Computing Solutions | XC-AS/EDI2 | 19.11.2024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2024.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sv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7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6.svg"/><Relationship Id="rId4" Type="http://schemas.openxmlformats.org/officeDocument/2006/relationships/diagramData" Target="../diagrams/data1.xml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lr-c-002mr.lr.de.bosch.com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1CD590-5ADD-3F74-310F-EFA30796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online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5BBDF-2A8C-E393-871C-6F82315531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HxL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7D6B0-567C-1022-E684-27F852BB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</a:t>
            </a:fld>
            <a:endParaRPr lang="en-US" noProof="1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4A1D84C-3B77-43F8-105F-0C3F32AB9779}"/>
              </a:ext>
            </a:extLst>
          </p:cNvPr>
          <p:cNvSpPr txBox="1"/>
          <p:nvPr/>
        </p:nvSpPr>
        <p:spPr>
          <a:xfrm>
            <a:off x="1112520" y="1231200"/>
            <a:ext cx="2171700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Canoe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C28CC65-FF84-CDCF-635F-1AFA4F51964A}"/>
              </a:ext>
            </a:extLst>
          </p:cNvPr>
          <p:cNvSpPr txBox="1"/>
          <p:nvPr/>
        </p:nvSpPr>
        <p:spPr>
          <a:xfrm>
            <a:off x="5036820" y="1231200"/>
            <a:ext cx="2171700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kern="0" dirty="0" err="1">
                <a:solidFill>
                  <a:srgbClr val="000000"/>
                </a:solidFill>
              </a:rPr>
              <a:t>CanoePy</a:t>
            </a:r>
            <a:r>
              <a:rPr lang="fr-FR" kern="0" dirty="0">
                <a:solidFill>
                  <a:srgbClr val="000000"/>
                </a:solidFill>
              </a:rPr>
              <a:t> (Python)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5CF57861-6FB2-DB46-4086-466FA3715873}"/>
              </a:ext>
            </a:extLst>
          </p:cNvPr>
          <p:cNvCxnSpPr>
            <a:cxnSpLocks/>
          </p:cNvCxnSpPr>
          <p:nvPr/>
        </p:nvCxnSpPr>
        <p:spPr>
          <a:xfrm>
            <a:off x="632460" y="1920240"/>
            <a:ext cx="8420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8E616FBF-69F3-7B6B-12A5-AAC6E82187F9}"/>
              </a:ext>
            </a:extLst>
          </p:cNvPr>
          <p:cNvSpPr txBox="1"/>
          <p:nvPr/>
        </p:nvSpPr>
        <p:spPr>
          <a:xfrm>
            <a:off x="868680" y="2379600"/>
            <a:ext cx="2049780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Signals</a:t>
            </a: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Sysvars</a:t>
            </a: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events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6BC156A9-59F7-3422-D039-9762E4B09779}"/>
              </a:ext>
            </a:extLst>
          </p:cNvPr>
          <p:cNvCxnSpPr>
            <a:cxnSpLocks/>
          </p:cNvCxnSpPr>
          <p:nvPr/>
        </p:nvCxnSpPr>
        <p:spPr>
          <a:xfrm flipH="1">
            <a:off x="2918460" y="2484120"/>
            <a:ext cx="1584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97458E9C-E2F2-8DA1-32D9-7274B15B4465}"/>
              </a:ext>
            </a:extLst>
          </p:cNvPr>
          <p:cNvSpPr txBox="1"/>
          <p:nvPr/>
        </p:nvSpPr>
        <p:spPr>
          <a:xfrm>
            <a:off x="5158740" y="2379600"/>
            <a:ext cx="2369820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GET: Polling information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cyclically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FE01C0DA-FCD4-BB3C-891B-0F092E12368C}"/>
              </a:ext>
            </a:extLst>
          </p:cNvPr>
          <p:cNvCxnSpPr>
            <a:cxnSpLocks/>
          </p:cNvCxnSpPr>
          <p:nvPr/>
        </p:nvCxnSpPr>
        <p:spPr>
          <a:xfrm flipH="1">
            <a:off x="2918460" y="2903220"/>
            <a:ext cx="1584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2C27119A-3E22-CE1D-99E2-32EEA39227DF}"/>
              </a:ext>
            </a:extLst>
          </p:cNvPr>
          <p:cNvSpPr txBox="1"/>
          <p:nvPr/>
        </p:nvSpPr>
        <p:spPr>
          <a:xfrm>
            <a:off x="5158740" y="2820179"/>
            <a:ext cx="2369820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SET: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signals</a:t>
            </a: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sysvars</a:t>
            </a:r>
            <a:r>
              <a:rPr lang="fr-FR" sz="1100" kern="0" dirty="0">
                <a:solidFill>
                  <a:srgbClr val="000000"/>
                </a:solidFill>
              </a:rPr>
              <a:t> values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3C474A8-0592-FEEF-A4C2-01A4920D3B5D}"/>
              </a:ext>
            </a:extLst>
          </p:cNvPr>
          <p:cNvSpPr txBox="1"/>
          <p:nvPr/>
        </p:nvSpPr>
        <p:spPr>
          <a:xfrm>
            <a:off x="8057514" y="2768400"/>
            <a:ext cx="1184274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100" kern="0" dirty="0">
                <a:solidFill>
                  <a:srgbClr val="000000"/>
                </a:solidFill>
              </a:rPr>
              <a:t>Report Logger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Accolade fermante 35">
            <a:extLst>
              <a:ext uri="{FF2B5EF4-FFF2-40B4-BE49-F238E27FC236}">
                <a16:creationId xmlns:a16="http://schemas.microsoft.com/office/drawing/2014/main" id="{49CB6376-7B57-8C3E-074D-92123A6FD1A0}"/>
              </a:ext>
            </a:extLst>
          </p:cNvPr>
          <p:cNvSpPr/>
          <p:nvPr/>
        </p:nvSpPr>
        <p:spPr>
          <a:xfrm>
            <a:off x="7528560" y="2179320"/>
            <a:ext cx="365760" cy="13639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D990C9D-9C01-41A7-F8E2-DBF7DA83AF15}"/>
              </a:ext>
            </a:extLst>
          </p:cNvPr>
          <p:cNvSpPr txBox="1"/>
          <p:nvPr/>
        </p:nvSpPr>
        <p:spPr>
          <a:xfrm>
            <a:off x="5158740" y="3272878"/>
            <a:ext cx="2369820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100" kern="0" dirty="0">
                <a:solidFill>
                  <a:srgbClr val="000000"/>
                </a:solidFill>
              </a:rPr>
              <a:t>CHECK</a:t>
            </a: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evaluation</a:t>
            </a: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A41331C-F19B-5489-9A73-39C0C470CA18}"/>
              </a:ext>
            </a:extLst>
          </p:cNvPr>
          <p:cNvCxnSpPr/>
          <p:nvPr/>
        </p:nvCxnSpPr>
        <p:spPr>
          <a:xfrm>
            <a:off x="8496300" y="3272878"/>
            <a:ext cx="0" cy="872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373D262C-1DED-DC38-0530-4BBAE3E1DA6D}"/>
              </a:ext>
            </a:extLst>
          </p:cNvPr>
          <p:cNvSpPr txBox="1"/>
          <p:nvPr/>
        </p:nvSpPr>
        <p:spPr>
          <a:xfrm>
            <a:off x="7459979" y="4287716"/>
            <a:ext cx="2491739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REPORT: test report &amp; </a:t>
            </a:r>
            <a:r>
              <a:rPr kumimoji="0" lang="fr-F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traceability</a:t>
            </a:r>
            <a:r>
              <a:rPr kumimoji="0" lang="fr-F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RQM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9407E34D-FD54-9C3D-A0A7-5DCE4EE8F751}"/>
              </a:ext>
            </a:extLst>
          </p:cNvPr>
          <p:cNvSpPr/>
          <p:nvPr/>
        </p:nvSpPr>
        <p:spPr>
          <a:xfrm>
            <a:off x="3154680" y="2545080"/>
            <a:ext cx="982980" cy="258599"/>
          </a:xfrm>
          <a:prstGeom prst="ellipse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ASAM XIL API</a:t>
            </a:r>
          </a:p>
        </p:txBody>
      </p:sp>
    </p:spTree>
    <p:extLst>
      <p:ext uri="{BB962C8B-B14F-4D97-AF65-F5344CB8AC3E}">
        <p14:creationId xmlns:p14="http://schemas.microsoft.com/office/powerpoint/2010/main" val="164871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1CD590-5ADD-3F74-310F-EFA30796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offline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5BBDF-2A8C-E393-871C-6F82315531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HxL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7D6B0-567C-1022-E684-27F852BB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pic>
        <p:nvPicPr>
          <p:cNvPr id="32" name="Graphique 31" descr="Convertible avec un remplissage uni">
            <a:extLst>
              <a:ext uri="{FF2B5EF4-FFF2-40B4-BE49-F238E27FC236}">
                <a16:creationId xmlns:a16="http://schemas.microsoft.com/office/drawing/2014/main" id="{0F34C71F-BF2A-EFF8-8A9D-2095AE252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105" y="1341780"/>
            <a:ext cx="914400" cy="914400"/>
          </a:xfrm>
          <a:prstGeom prst="rect">
            <a:avLst/>
          </a:prstGeom>
        </p:spPr>
      </p:pic>
      <p:graphicFrame>
        <p:nvGraphicFramePr>
          <p:cNvPr id="35" name="Diagramme 34">
            <a:extLst>
              <a:ext uri="{FF2B5EF4-FFF2-40B4-BE49-F238E27FC236}">
                <a16:creationId xmlns:a16="http://schemas.microsoft.com/office/drawing/2014/main" id="{E8EE403B-E2ED-E13E-D986-456D5E96F9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6624860"/>
              </p:ext>
            </p:extLst>
          </p:nvPr>
        </p:nvGraphicFramePr>
        <p:xfrm>
          <a:off x="2681711" y="1677479"/>
          <a:ext cx="5448829" cy="3319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6" name="ZoneTexte 35">
            <a:extLst>
              <a:ext uri="{FF2B5EF4-FFF2-40B4-BE49-F238E27FC236}">
                <a16:creationId xmlns:a16="http://schemas.microsoft.com/office/drawing/2014/main" id="{4B047432-46E6-F115-6A81-135608C6A892}"/>
              </a:ext>
            </a:extLst>
          </p:cNvPr>
          <p:cNvSpPr txBox="1"/>
          <p:nvPr/>
        </p:nvSpPr>
        <p:spPr>
          <a:xfrm>
            <a:off x="3238500" y="1715040"/>
            <a:ext cx="1017005" cy="236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Trace log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71C65364-F86C-9DDF-F81C-AC9079BC03A0}"/>
              </a:ext>
            </a:extLst>
          </p:cNvPr>
          <p:cNvCxnSpPr/>
          <p:nvPr/>
        </p:nvCxnSpPr>
        <p:spPr>
          <a:xfrm>
            <a:off x="2590800" y="1988820"/>
            <a:ext cx="1943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que 41" descr="Informatique hébergé avec un remplissage uni">
            <a:extLst>
              <a:ext uri="{FF2B5EF4-FFF2-40B4-BE49-F238E27FC236}">
                <a16:creationId xmlns:a16="http://schemas.microsoft.com/office/drawing/2014/main" id="{2EA16378-FEE7-F092-681E-4A6892E884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340" y="1170959"/>
            <a:ext cx="506520" cy="506520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CA04B323-2F20-114B-F0FB-C4A35539547C}"/>
              </a:ext>
            </a:extLst>
          </p:cNvPr>
          <p:cNvSpPr txBox="1"/>
          <p:nvPr/>
        </p:nvSpPr>
        <p:spPr>
          <a:xfrm>
            <a:off x="1165860" y="2019960"/>
            <a:ext cx="1017005" cy="236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Test </a:t>
            </a:r>
            <a:r>
              <a:rPr kumimoji="0" lang="fr-F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catalog</a:t>
            </a:r>
            <a:r>
              <a:rPr lang="fr-FR" sz="1200" kern="0" dirty="0">
                <a:solidFill>
                  <a:srgbClr val="000000"/>
                </a:solidFill>
              </a:rPr>
              <a:t> </a:t>
            </a:r>
            <a:r>
              <a:rPr lang="fr-FR" sz="1200" kern="0" dirty="0" err="1">
                <a:solidFill>
                  <a:srgbClr val="000000"/>
                </a:solidFill>
              </a:rPr>
              <a:t>execution</a:t>
            </a: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36513082-CAA4-7D1F-7D18-9289DA838E2E}"/>
              </a:ext>
            </a:extLst>
          </p:cNvPr>
          <p:cNvSpPr txBox="1"/>
          <p:nvPr/>
        </p:nvSpPr>
        <p:spPr>
          <a:xfrm>
            <a:off x="7513320" y="2785980"/>
            <a:ext cx="1173480" cy="536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</a:rPr>
              <a:t>Python </a:t>
            </a:r>
            <a:r>
              <a:rPr lang="fr-FR" sz="800" kern="0" dirty="0" err="1">
                <a:solidFill>
                  <a:srgbClr val="000000"/>
                </a:solidFill>
              </a:rPr>
              <a:t>virtual</a:t>
            </a:r>
            <a:r>
              <a:rPr lang="fr-FR" sz="800" kern="0" dirty="0">
                <a:solidFill>
                  <a:srgbClr val="000000"/>
                </a:solidFill>
              </a:rPr>
              <a:t> </a:t>
            </a:r>
            <a:r>
              <a:rPr lang="fr-FR" sz="800" kern="0" dirty="0" err="1">
                <a:solidFill>
                  <a:srgbClr val="000000"/>
                </a:solidFill>
              </a:rPr>
              <a:t>env</a:t>
            </a:r>
            <a:endParaRPr lang="fr-FR" sz="800" kern="0" dirty="0">
              <a:solidFill>
                <a:srgbClr val="000000"/>
              </a:solidFill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Repository clone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</a:rPr>
              <a:t>Cloud PC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8" name="Graphique 47" descr="Interface utilisateur ou expérience utilisateur avec un remplissage uni">
            <a:extLst>
              <a:ext uri="{FF2B5EF4-FFF2-40B4-BE49-F238E27FC236}">
                <a16:creationId xmlns:a16="http://schemas.microsoft.com/office/drawing/2014/main" id="{11417D46-8E50-D4C8-2899-7757683BFD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28752" y="2203020"/>
            <a:ext cx="506520" cy="506520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8877C5F9-FC8C-434D-FCA1-69977B433543}"/>
              </a:ext>
            </a:extLst>
          </p:cNvPr>
          <p:cNvSpPr txBox="1"/>
          <p:nvPr/>
        </p:nvSpPr>
        <p:spPr>
          <a:xfrm>
            <a:off x="6926580" y="4370940"/>
            <a:ext cx="1447800" cy="536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</a:rPr>
              <a:t>Python offline </a:t>
            </a:r>
            <a:r>
              <a:rPr lang="fr-FR" sz="800" kern="0" dirty="0" err="1">
                <a:solidFill>
                  <a:srgbClr val="000000"/>
                </a:solidFill>
              </a:rPr>
              <a:t>analyzer</a:t>
            </a:r>
            <a:r>
              <a:rPr lang="fr-FR" sz="800" kern="0" dirty="0">
                <a:solidFill>
                  <a:srgbClr val="000000"/>
                </a:solidFill>
              </a:rPr>
              <a:t> tests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Multiple checks, multiple traces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86E1BA3-9DDD-A671-1D0D-D32576B0E745}"/>
              </a:ext>
            </a:extLst>
          </p:cNvPr>
          <p:cNvSpPr txBox="1"/>
          <p:nvPr/>
        </p:nvSpPr>
        <p:spPr>
          <a:xfrm>
            <a:off x="6027420" y="1681590"/>
            <a:ext cx="1089660" cy="1180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</a:rPr>
              <a:t>UX, job </a:t>
            </a:r>
            <a:r>
              <a:rPr lang="fr-FR" sz="800" kern="0" dirty="0" err="1">
                <a:solidFill>
                  <a:srgbClr val="000000"/>
                </a:solidFill>
              </a:rPr>
              <a:t>parallelization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94CF754-645A-EFEF-B9B5-15DC9747DC7D}"/>
              </a:ext>
            </a:extLst>
          </p:cNvPr>
          <p:cNvSpPr txBox="1"/>
          <p:nvPr/>
        </p:nvSpPr>
        <p:spPr>
          <a:xfrm>
            <a:off x="2514600" y="4370940"/>
            <a:ext cx="1447800" cy="536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</a:rPr>
              <a:t>RQM utility ASPICE compliant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19E094E-205D-DA6F-D88D-55AFC8469F9C}"/>
              </a:ext>
            </a:extLst>
          </p:cNvPr>
          <p:cNvSpPr txBox="1"/>
          <p:nvPr/>
        </p:nvSpPr>
        <p:spPr>
          <a:xfrm>
            <a:off x="1600200" y="2774999"/>
            <a:ext cx="1817105" cy="536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</a:rPr>
              <a:t>Test case </a:t>
            </a:r>
            <a:r>
              <a:rPr lang="fr-FR" sz="800" kern="0" dirty="0" err="1">
                <a:solidFill>
                  <a:srgbClr val="000000"/>
                </a:solidFill>
              </a:rPr>
              <a:t>development</a:t>
            </a:r>
            <a:r>
              <a:rPr lang="fr-FR" sz="800" kern="0" dirty="0">
                <a:solidFill>
                  <a:srgbClr val="000000"/>
                </a:solidFill>
              </a:rPr>
              <a:t> </a:t>
            </a:r>
          </a:p>
          <a:p>
            <a:pPr algn="r" fontAlgn="auto">
              <a:spcBef>
                <a:spcPts val="500"/>
              </a:spcBef>
              <a:spcAft>
                <a:spcPts val="0"/>
              </a:spcAft>
            </a:pPr>
            <a:r>
              <a:rPr lang="fr-FR" sz="800" kern="0" dirty="0" err="1">
                <a:solidFill>
                  <a:srgbClr val="000000"/>
                </a:solidFill>
              </a:rPr>
              <a:t>Automated</a:t>
            </a:r>
            <a:r>
              <a:rPr lang="fr-FR" sz="800" kern="0" dirty="0">
                <a:solidFill>
                  <a:srgbClr val="000000"/>
                </a:solidFill>
              </a:rPr>
              <a:t> </a:t>
            </a:r>
            <a:r>
              <a:rPr lang="fr-FR" sz="800" kern="0" dirty="0" err="1">
                <a:solidFill>
                  <a:srgbClr val="000000"/>
                </a:solidFill>
              </a:rPr>
              <a:t>reporting</a:t>
            </a:r>
            <a:r>
              <a:rPr lang="fr-FR" sz="800" kern="0" dirty="0">
                <a:solidFill>
                  <a:srgbClr val="000000"/>
                </a:solidFill>
              </a:rPr>
              <a:t> and email</a:t>
            </a:r>
          </a:p>
          <a:p>
            <a:pPr marR="0" algn="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3548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1CD590-5ADD-3F74-310F-EFA30796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/>
              <a:t>online+offline</a:t>
            </a:r>
            <a:r>
              <a:rPr lang="fr-FR" dirty="0"/>
              <a:t>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5BBDF-2A8C-E393-871C-6F82315531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HxL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7D6B0-567C-1022-E684-27F852BB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B346AA1-53FF-A587-7FBC-81F7D87BE719}"/>
              </a:ext>
            </a:extLst>
          </p:cNvPr>
          <p:cNvSpPr/>
          <p:nvPr/>
        </p:nvSpPr>
        <p:spPr>
          <a:xfrm>
            <a:off x="3071631" y="2110742"/>
            <a:ext cx="1210809" cy="1062963"/>
          </a:xfrm>
          <a:prstGeom prst="roundRect">
            <a:avLst/>
          </a:prstGeom>
          <a:noFill/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Trace </a:t>
            </a: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Parser</a:t>
            </a:r>
            <a:endParaRPr kumimoji="0" lang="fr-F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-mf4 signal </a:t>
            </a:r>
            <a:r>
              <a:rPr kumimoji="0" lang="fr-F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based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-csv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-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asc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Output: pandas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df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0CFD76C-5F77-C691-42D6-FD20D804FCA4}"/>
              </a:ext>
            </a:extLst>
          </p:cNvPr>
          <p:cNvSpPr/>
          <p:nvPr/>
        </p:nvSpPr>
        <p:spPr>
          <a:xfrm>
            <a:off x="4570814" y="1177787"/>
            <a:ext cx="1109499" cy="525350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Test 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Case </a:t>
            </a:r>
            <a:r>
              <a:rPr lang="fr-FR" sz="1000" kern="0" dirty="0" err="1">
                <a:solidFill>
                  <a:srgbClr val="000000"/>
                </a:solidFill>
                <a:latin typeface="Bosch Office Sans"/>
              </a:rPr>
              <a:t>specification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 RQM</a:t>
            </a:r>
            <a:endParaRPr kumimoji="0" lang="fr-F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1B346D9-512C-1629-6EFA-F02EA4100654}"/>
              </a:ext>
            </a:extLst>
          </p:cNvPr>
          <p:cNvSpPr/>
          <p:nvPr/>
        </p:nvSpPr>
        <p:spPr>
          <a:xfrm>
            <a:off x="592107" y="2110743"/>
            <a:ext cx="982979" cy="622198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Mf4 frame </a:t>
            </a: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based</a:t>
            </a: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(mdf4.10)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D9564E0-2D51-EE4E-BF6F-EB9E0E09E367}"/>
              </a:ext>
            </a:extLst>
          </p:cNvPr>
          <p:cNvSpPr/>
          <p:nvPr/>
        </p:nvSpPr>
        <p:spPr>
          <a:xfrm>
            <a:off x="574375" y="2837536"/>
            <a:ext cx="982980" cy="332955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Bytesoup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91CF20D-5764-E8B5-D776-93FA7BBE2C34}"/>
              </a:ext>
            </a:extLst>
          </p:cNvPr>
          <p:cNvSpPr/>
          <p:nvPr/>
        </p:nvSpPr>
        <p:spPr>
          <a:xfrm>
            <a:off x="1701604" y="2840752"/>
            <a:ext cx="1210135" cy="332955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iVisu</a:t>
            </a: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convert</a:t>
            </a: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to csv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3544715-23AA-FBE7-8827-FA4BB9941F46}"/>
              </a:ext>
            </a:extLst>
          </p:cNvPr>
          <p:cNvSpPr/>
          <p:nvPr/>
        </p:nvSpPr>
        <p:spPr>
          <a:xfrm>
            <a:off x="4497243" y="2075844"/>
            <a:ext cx="1109499" cy="1074636"/>
          </a:xfrm>
          <a:prstGeom prst="roundRect">
            <a:avLst/>
          </a:prstGeom>
          <a:noFill/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Test 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Case </a:t>
            </a:r>
            <a:r>
              <a:rPr lang="fr-FR" sz="1000" kern="0" dirty="0" err="1">
                <a:solidFill>
                  <a:srgbClr val="000000"/>
                </a:solidFill>
                <a:latin typeface="Bosch Office Sans"/>
              </a:rPr>
              <a:t>impl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 (</a:t>
            </a:r>
            <a:r>
              <a:rPr lang="fr-FR" sz="1000" kern="0" dirty="0" err="1">
                <a:solidFill>
                  <a:srgbClr val="000000"/>
                </a:solidFill>
                <a:latin typeface="Bosch Office Sans"/>
              </a:rPr>
              <a:t>py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 script)</a:t>
            </a:r>
            <a:endParaRPr kumimoji="0" lang="fr-F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55AD38E-E4F7-35A2-DF20-73459748F89E}"/>
              </a:ext>
            </a:extLst>
          </p:cNvPr>
          <p:cNvSpPr/>
          <p:nvPr/>
        </p:nvSpPr>
        <p:spPr>
          <a:xfrm>
            <a:off x="5495280" y="2213072"/>
            <a:ext cx="837613" cy="417540"/>
          </a:xfrm>
          <a:prstGeom prst="roundRect">
            <a:avLst/>
          </a:prstGeom>
          <a:noFill/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Common Test </a:t>
            </a:r>
            <a:r>
              <a:rPr kumimoji="0" lang="fr-FR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functions</a:t>
            </a:r>
            <a:r>
              <a:rPr lang="fr-FR" sz="700" kern="0" dirty="0">
                <a:solidFill>
                  <a:srgbClr val="000000"/>
                </a:solidFill>
                <a:latin typeface="Bosch Office Sans"/>
              </a:rPr>
              <a:t>(</a:t>
            </a:r>
            <a:r>
              <a:rPr lang="fr-FR" sz="700" kern="0" dirty="0" err="1">
                <a:solidFill>
                  <a:srgbClr val="000000"/>
                </a:solidFill>
                <a:latin typeface="Bosch Office Sans"/>
              </a:rPr>
              <a:t>py</a:t>
            </a:r>
            <a:r>
              <a:rPr lang="fr-FR" sz="700" kern="0" dirty="0">
                <a:solidFill>
                  <a:srgbClr val="000000"/>
                </a:solidFill>
                <a:latin typeface="Bosch Office Sans"/>
              </a:rPr>
              <a:t> script)</a:t>
            </a:r>
            <a:endParaRPr kumimoji="0" lang="fr-F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3328F8D-1735-51B1-CBA5-72C08F1A7FD2}"/>
              </a:ext>
            </a:extLst>
          </p:cNvPr>
          <p:cNvSpPr/>
          <p:nvPr/>
        </p:nvSpPr>
        <p:spPr>
          <a:xfrm>
            <a:off x="6594095" y="2075845"/>
            <a:ext cx="1109499" cy="1074636"/>
          </a:xfrm>
          <a:prstGeom prst="roundRect">
            <a:avLst/>
          </a:prstGeom>
          <a:noFill/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Trace Report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Output: xml + html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457D45D-E82F-3B24-206E-6B676C4B85AF}"/>
              </a:ext>
            </a:extLst>
          </p:cNvPr>
          <p:cNvSpPr/>
          <p:nvPr/>
        </p:nvSpPr>
        <p:spPr>
          <a:xfrm>
            <a:off x="7918397" y="2006008"/>
            <a:ext cx="1858063" cy="1310949"/>
          </a:xfrm>
          <a:prstGeom prst="roundRect">
            <a:avLst/>
          </a:prstGeom>
          <a:noFill/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RQM API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Get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Testcase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ID 2977282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 err="1">
                <a:latin typeface="Bosch Office Sans"/>
              </a:rPr>
              <a:t>Get</a:t>
            </a:r>
            <a:r>
              <a:rPr lang="fr-FR" sz="800" kern="0" dirty="0">
                <a:latin typeface="Bosch Office Sans"/>
              </a:rPr>
              <a:t>: </a:t>
            </a:r>
            <a:r>
              <a:rPr lang="fr-FR" sz="800" kern="0" dirty="0" err="1">
                <a:latin typeface="Bosch Office Sans"/>
              </a:rPr>
              <a:t>Testcase</a:t>
            </a:r>
            <a:r>
              <a:rPr lang="fr-FR" sz="800" kern="0" dirty="0">
                <a:latin typeface="Bosch Office Sans"/>
              </a:rPr>
              <a:t> </a:t>
            </a:r>
            <a:r>
              <a:rPr lang="fr-FR" sz="800" kern="0" dirty="0" err="1">
                <a:latin typeface="Bosch Office Sans"/>
              </a:rPr>
              <a:t>result</a:t>
            </a:r>
            <a:endParaRPr lang="fr-FR" sz="800" kern="0" dirty="0">
              <a:latin typeface="Bosch Office San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Create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: TCER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C1497A5-71DA-2033-F76E-CEB5669A1B38}"/>
              </a:ext>
            </a:extLst>
          </p:cNvPr>
          <p:cNvSpPr/>
          <p:nvPr/>
        </p:nvSpPr>
        <p:spPr>
          <a:xfrm>
            <a:off x="742161" y="3734772"/>
            <a:ext cx="9034297" cy="1368527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Jenkins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Offline Job at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supervisor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PC </a:t>
            </a:r>
            <a:r>
              <a:rPr lang="fr-FR" sz="800" b="0" i="0" dirty="0">
                <a:solidFill>
                  <a:srgbClr val="0052CC"/>
                </a:solidFill>
                <a:effectLst/>
                <a:latin typeface="-apple-system"/>
                <a:hlinkClick r:id="rId2"/>
              </a:rPr>
              <a:t>LR-C-002MR.lr.de.bosch.com</a:t>
            </a:r>
            <a:endParaRPr lang="fr-FR" sz="800" kern="0" dirty="0">
              <a:solidFill>
                <a:srgbClr val="000000"/>
              </a:solidFill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Inputs: 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adas_hil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repo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branch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name</a:t>
            </a:r>
            <a:endParaRPr lang="fr-FR" sz="800" kern="0" dirty="0">
              <a:solidFill>
                <a:srgbClr val="000000"/>
              </a:solidFill>
              <a:latin typeface="Bosch Office Sans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Jenkins test report log + mails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Link to trace(s)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Checkmark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: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upload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results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in RQM? RQM Test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catalog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link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and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Iteration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fr-FR" sz="800" kern="0" dirty="0" err="1">
                <a:solidFill>
                  <a:srgbClr val="000000"/>
                </a:solidFill>
                <a:latin typeface="Bosch Office Sans"/>
              </a:rPr>
              <a:t>name</a:t>
            </a: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 (string), 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</a:pPr>
            <a:endParaRPr lang="fr-FR" sz="800" kern="0" dirty="0">
              <a:solidFill>
                <a:srgbClr val="000000"/>
              </a:solidFill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800" kern="0" dirty="0">
                <a:solidFill>
                  <a:srgbClr val="000000"/>
                </a:solidFill>
                <a:latin typeface="Bosch Office Sans"/>
              </a:rPr>
              <a:t>Outputs: 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</a:pPr>
            <a:r>
              <a:rPr lang="fr-FR" sz="800" kern="0" dirty="0">
                <a:latin typeface="Bosch Office Sans"/>
              </a:rPr>
              <a:t>Test </a:t>
            </a:r>
            <a:r>
              <a:rPr lang="fr-FR" sz="800" kern="0" dirty="0" err="1">
                <a:latin typeface="Bosch Office Sans"/>
              </a:rPr>
              <a:t>results</a:t>
            </a:r>
            <a:r>
              <a:rPr lang="fr-FR" sz="800" kern="0" dirty="0">
                <a:latin typeface="Bosch Office Sans"/>
              </a:rPr>
              <a:t> </a:t>
            </a:r>
            <a:r>
              <a:rPr lang="fr-FR" sz="800" kern="0" dirty="0" err="1">
                <a:latin typeface="Bosch Office Sans"/>
              </a:rPr>
              <a:t>stored</a:t>
            </a:r>
            <a:r>
              <a:rPr lang="fr-FR" sz="800" kern="0" dirty="0">
                <a:latin typeface="Bosch Office Sans"/>
              </a:rPr>
              <a:t> in X folder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FCCDD3F-466B-CCA5-BC78-E462303B07D6}"/>
              </a:ext>
            </a:extLst>
          </p:cNvPr>
          <p:cNvCxnSpPr>
            <a:cxnSpLocks/>
          </p:cNvCxnSpPr>
          <p:nvPr/>
        </p:nvCxnSpPr>
        <p:spPr>
          <a:xfrm flipH="1">
            <a:off x="2651760" y="3407161"/>
            <a:ext cx="3189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7C558E02-8F3E-A456-A1FF-F70E46731A38}"/>
              </a:ext>
            </a:extLst>
          </p:cNvPr>
          <p:cNvCxnSpPr>
            <a:cxnSpLocks/>
          </p:cNvCxnSpPr>
          <p:nvPr/>
        </p:nvCxnSpPr>
        <p:spPr>
          <a:xfrm flipV="1">
            <a:off x="2651760" y="3197189"/>
            <a:ext cx="0" cy="209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iangle isocèle 30">
            <a:extLst>
              <a:ext uri="{FF2B5EF4-FFF2-40B4-BE49-F238E27FC236}">
                <a16:creationId xmlns:a16="http://schemas.microsoft.com/office/drawing/2014/main" id="{11E2F605-9B85-2CC5-4744-09C93B80BCBD}"/>
              </a:ext>
            </a:extLst>
          </p:cNvPr>
          <p:cNvSpPr/>
          <p:nvPr/>
        </p:nvSpPr>
        <p:spPr>
          <a:xfrm>
            <a:off x="5867944" y="2984002"/>
            <a:ext cx="1057958" cy="436900"/>
          </a:xfrm>
          <a:prstGeom prst="triangle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Offline fct </a:t>
            </a:r>
            <a:r>
              <a:rPr kumimoji="0" lang="fr-FR" sz="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available</a:t>
            </a:r>
            <a:endParaRPr kumimoji="0" lang="fr-FR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5A37FB2B-78F2-AAD4-1FD7-24826CD84C0F}"/>
              </a:ext>
            </a:extLst>
          </p:cNvPr>
          <p:cNvSpPr/>
          <p:nvPr/>
        </p:nvSpPr>
        <p:spPr>
          <a:xfrm>
            <a:off x="6735016" y="3821485"/>
            <a:ext cx="1281558" cy="436900"/>
          </a:xfrm>
          <a:prstGeom prst="triangle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Checkmark</a:t>
            </a:r>
            <a:r>
              <a:rPr kumimoji="0" lang="fr-F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fr-FR" sz="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upload</a:t>
            </a:r>
            <a:r>
              <a:rPr kumimoji="0" lang="fr-F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in RQM</a:t>
            </a: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A20B9083-C5E4-B571-AFC3-A8BED3F6E620}"/>
              </a:ext>
            </a:extLst>
          </p:cNvPr>
          <p:cNvCxnSpPr>
            <a:cxnSpLocks/>
          </p:cNvCxnSpPr>
          <p:nvPr/>
        </p:nvCxnSpPr>
        <p:spPr>
          <a:xfrm flipV="1">
            <a:off x="7520940" y="3249707"/>
            <a:ext cx="626736" cy="615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EBFCE44C-4FF4-5518-E319-AA26E774111C}"/>
              </a:ext>
            </a:extLst>
          </p:cNvPr>
          <p:cNvCxnSpPr>
            <a:cxnSpLocks/>
          </p:cNvCxnSpPr>
          <p:nvPr/>
        </p:nvCxnSpPr>
        <p:spPr>
          <a:xfrm flipH="1">
            <a:off x="7426667" y="3163029"/>
            <a:ext cx="589907" cy="54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CFD301C-FB6F-B075-7CF7-F246507E6978}"/>
              </a:ext>
            </a:extLst>
          </p:cNvPr>
          <p:cNvSpPr/>
          <p:nvPr/>
        </p:nvSpPr>
        <p:spPr>
          <a:xfrm>
            <a:off x="5502822" y="2661147"/>
            <a:ext cx="822527" cy="358873"/>
          </a:xfrm>
          <a:prstGeom prst="roundRect">
            <a:avLst/>
          </a:prstGeom>
          <a:noFill/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Common PF </a:t>
            </a:r>
            <a:r>
              <a:rPr kumimoji="0" lang="fr-FR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functions</a:t>
            </a:r>
            <a:r>
              <a:rPr lang="fr-FR" sz="700" kern="0" dirty="0">
                <a:solidFill>
                  <a:srgbClr val="000000"/>
                </a:solidFill>
                <a:latin typeface="Bosch Office Sans"/>
              </a:rPr>
              <a:t>(</a:t>
            </a:r>
            <a:r>
              <a:rPr lang="fr-FR" sz="700" kern="0" dirty="0" err="1">
                <a:solidFill>
                  <a:srgbClr val="000000"/>
                </a:solidFill>
                <a:latin typeface="Bosch Office Sans"/>
              </a:rPr>
              <a:t>py</a:t>
            </a:r>
            <a:r>
              <a:rPr lang="fr-FR" sz="700" kern="0" dirty="0">
                <a:solidFill>
                  <a:srgbClr val="000000"/>
                </a:solidFill>
                <a:latin typeface="Bosch Office Sans"/>
              </a:rPr>
              <a:t> script)</a:t>
            </a:r>
            <a:endParaRPr kumimoji="0" lang="fr-F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C28A669-3A57-F147-7D4B-C862F9A6FAF8}"/>
              </a:ext>
            </a:extLst>
          </p:cNvPr>
          <p:cNvSpPr/>
          <p:nvPr/>
        </p:nvSpPr>
        <p:spPr>
          <a:xfrm>
            <a:off x="9325841" y="129139"/>
            <a:ext cx="1210809" cy="299485"/>
          </a:xfrm>
          <a:prstGeom prst="roundRect">
            <a:avLst/>
          </a:prstGeom>
          <a:noFill/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Platform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6E9C3D7-FF96-A7A8-0F4A-C4B6F915A5EC}"/>
              </a:ext>
            </a:extLst>
          </p:cNvPr>
          <p:cNvSpPr/>
          <p:nvPr/>
        </p:nvSpPr>
        <p:spPr>
          <a:xfrm>
            <a:off x="8105871" y="118896"/>
            <a:ext cx="982980" cy="332955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CusPrj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363405C-DB07-2146-926D-920AA00B7776}"/>
              </a:ext>
            </a:extLst>
          </p:cNvPr>
          <p:cNvSpPr/>
          <p:nvPr/>
        </p:nvSpPr>
        <p:spPr>
          <a:xfrm>
            <a:off x="1688665" y="2489660"/>
            <a:ext cx="1210136" cy="243281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Mf4 signal file for CAN/ETH </a:t>
            </a:r>
            <a:r>
              <a:rPr kumimoji="0" lang="fr-F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signals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4321A4A-3105-4CA4-DB85-075616363A22}"/>
              </a:ext>
            </a:extLst>
          </p:cNvPr>
          <p:cNvSpPr/>
          <p:nvPr/>
        </p:nvSpPr>
        <p:spPr>
          <a:xfrm>
            <a:off x="1687992" y="2118997"/>
            <a:ext cx="1210809" cy="316843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CANTP </a:t>
            </a:r>
            <a:r>
              <a:rPr lang="fr-FR" sz="1000" kern="0" dirty="0" err="1">
                <a:solidFill>
                  <a:srgbClr val="000000"/>
                </a:solidFill>
                <a:latin typeface="Bosch Office Sans"/>
              </a:rPr>
              <a:t>bytearray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 to </a:t>
            </a:r>
            <a:r>
              <a:rPr lang="fr-FR" sz="1000" kern="0" dirty="0" err="1">
                <a:solidFill>
                  <a:srgbClr val="000000"/>
                </a:solidFill>
                <a:latin typeface="Bosch Office Sans"/>
              </a:rPr>
              <a:t>asc</a:t>
            </a:r>
            <a:r>
              <a:rPr lang="fr-FR" sz="1000" kern="0" dirty="0">
                <a:solidFill>
                  <a:srgbClr val="000000"/>
                </a:solidFill>
                <a:latin typeface="Bosch Office Sans"/>
              </a:rPr>
              <a:t> file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5D829CB-96E0-5C0A-37B6-3E99B51CC76C}"/>
              </a:ext>
            </a:extLst>
          </p:cNvPr>
          <p:cNvCxnSpPr>
            <a:cxnSpLocks/>
          </p:cNvCxnSpPr>
          <p:nvPr/>
        </p:nvCxnSpPr>
        <p:spPr>
          <a:xfrm>
            <a:off x="5052060" y="1790700"/>
            <a:ext cx="0" cy="21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2671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1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XC-AS/EDI2</OrgInhalt>
      <Wert>XC-AS/EDI2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2024. Alle Rechte vorbehalten, auch bzgl. jeder Verfügung, Verwertung, Reproduktion, Bearbeitung, Weitergabe sowie für den Fall von Schutzrechtsanmeldungen.</OrgInhalt>
      <Wert>© Robert Bosch GmbH 2024.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19.11.2024</OrgInhalt>
      <Wert>19.11.2024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1067</TotalTime>
  <Words>254</Words>
  <Application>Microsoft Office PowerPoint</Application>
  <PresentationFormat>Personnalisé</PresentationFormat>
  <Paragraphs>68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-apple-system</vt:lpstr>
      <vt:lpstr>Bosch Office Sans</vt:lpstr>
      <vt:lpstr>Calibri</vt:lpstr>
      <vt:lpstr>Symbol</vt:lpstr>
      <vt:lpstr>Wingdings</vt:lpstr>
      <vt:lpstr>Bosch 2024</vt:lpstr>
      <vt:lpstr>Python online testing</vt:lpstr>
      <vt:lpstr>Python offline testing</vt:lpstr>
      <vt:lpstr>Python online+offline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online-offline testing</dc:title>
  <dc:creator>Herrera Rafael (XC-AS/EDI2)</dc:creator>
  <cp:lastModifiedBy>Herrera Rafael (XC-AS/EDI2)</cp:lastModifiedBy>
  <cp:revision>13</cp:revision>
  <dcterms:created xsi:type="dcterms:W3CDTF">2024-11-19T09:10:21Z</dcterms:created>
  <dcterms:modified xsi:type="dcterms:W3CDTF">2025-01-23T20:33:03Z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