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-754" y="-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177EC-DC31-DAD9-C436-F9ACCC8D1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E1C2DB-515F-C38B-E06D-DED00CC60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F6C057-085A-41A2-0B2E-7F084C43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9BF592-D103-F7CB-DDD3-0A0A268C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BB69B9-857A-FFB7-5115-70F4C927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03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9C4B2-0E1D-C6DE-8E70-961938EC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3B2304-4634-29C1-7BD3-BE87E16BB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EFDD96-9F23-8A40-DC76-46FFB16C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F93E97-1B6B-D5AC-5D26-F14DB010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087AF8-1172-9DC7-D2FA-7E709818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68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A22A2-617B-4D06-29E7-62DD815E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49DAB9-3CD8-8603-5DBB-CBE7B67C0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E78FDE-3EE2-53EC-AA56-58E9F2BB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FEC6B0-B4A8-C973-DF3A-387CE11C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EEFEF7-008D-4D04-03DC-B1A554F0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5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6CE54-617B-A13B-825D-B6EC3B6A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B4DA41-76B2-E3C9-8FAD-7FDD92C18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CF9DB8-B7BF-5354-C043-86126DA44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136056-FB6B-5BDA-3E50-7B1F3C2C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1447C9-15A5-EB06-862D-46F4A925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FD94B6-098A-AFB4-C944-9FD84AD2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4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1ABBC3-5FB0-C93C-78AA-914CEA39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2D9AB8-C6BD-7EDD-6BAA-2C27C8BA3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160EB7-CAE2-89AD-2424-50FBE585A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AAE518-B58F-6123-88D3-2CE3EB129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74D2998-B137-31A6-D53B-2514D1831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A69AE4-41A8-04C1-E82E-79E64B96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4BD804-B872-336C-7A30-E5D4434A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4EEDD2D-E7F4-31BC-F939-D7B19F325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0993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C9055-02CB-D7B1-6DC3-3B1B4189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E019CC-DD49-24FD-C9CA-7E639959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5E8134-EE5A-AD90-FBB3-199E5D30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6DC39D-F68C-D1E0-C5F8-4C5C58A9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3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0477AE7-159E-79F0-9350-B5967892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461BA0-C4C1-20BD-43FF-5887D8C6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D0D536-0350-7EEC-05D2-B8585056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65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2EB36-BDDF-31E3-00AE-231EAD02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6FB7EA-6C95-07A5-6D36-BF740DFC7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B76088-02C1-42FA-49DD-6BCEFB171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234AC5-69BC-1807-A2FA-5F80AE43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CD72F4-406E-D06C-D3A0-72CD57E9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94FE54-A77E-8E99-00B8-C40B6FA2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097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ED7DAB-54C4-DDE2-623C-38448D67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FBD8056-B9D6-3F1C-B85B-8DADBB178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5CDA2A-1179-7076-3FEB-CA893F9A4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A6FC0F-B87F-F3C4-7F52-402574EA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7BEB80-0D6E-D7A1-3F8E-CAA8C5FF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3F52F9-675A-6198-DCD2-7D17741A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988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B892D7-B046-84CC-E67B-3F28CF67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F8FA2C-272D-493E-22A2-923FC7905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3EBBB1-3E29-BA4F-E86A-6C60888D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513D91-6D32-5F5B-DCA5-324A3EFE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3C877A-63EB-8317-C040-77B223A4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29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35802E-2464-3D40-758D-BC08EEAC4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E645A2-DA2B-E0C8-7E51-795AC2D7C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80374C-1BA1-09E2-AF50-2FB78E09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08D551-CF01-EEDE-5B7A-B8F6F427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7AA590-6F18-89D6-C0C0-FEAC9611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2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3397601-6F3B-6647-DC8B-AF493AA76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5CDD82-1B0C-7050-786C-F87BA3BF7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84BC01-974D-1F25-859A-768A4574C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5C8DC-2E83-4F0F-BD41-422405E4A0E3}" type="datetimeFigureOut">
              <a:rPr lang="fr-FR" smtClean="0"/>
              <a:t>11/10/2023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77FF11-D7C4-7775-779B-0E7554DCD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5DD678-AC51-B9CA-FC1F-72D7BCF72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641C8-7A0C-481B-844F-C9087793B9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768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0E6400C-09B8-8240-E568-88E6BF5DC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825" y="0"/>
            <a:ext cx="838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FFC57C2-2D5A-3662-F44E-42E5ED94A55A}"/>
              </a:ext>
            </a:extLst>
          </p:cNvPr>
          <p:cNvSpPr txBox="1"/>
          <p:nvPr/>
        </p:nvSpPr>
        <p:spPr>
          <a:xfrm>
            <a:off x="5211192" y="2956263"/>
            <a:ext cx="763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Set+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3C4EAF-E629-9D92-892F-8BB3A495FBDD}"/>
              </a:ext>
            </a:extLst>
          </p:cNvPr>
          <p:cNvSpPr txBox="1"/>
          <p:nvPr/>
        </p:nvSpPr>
        <p:spPr>
          <a:xfrm>
            <a:off x="5211192" y="3429000"/>
            <a:ext cx="763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Set+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1CCAB5-F861-0424-356F-7220A8E2D5DF}"/>
              </a:ext>
            </a:extLst>
          </p:cNvPr>
          <p:cNvSpPr txBox="1"/>
          <p:nvPr/>
        </p:nvSpPr>
        <p:spPr>
          <a:xfrm>
            <a:off x="6473302" y="3087068"/>
            <a:ext cx="763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ADAS </a:t>
            </a:r>
            <a:r>
              <a:rPr lang="fr-FR" sz="1100" dirty="0" err="1">
                <a:solidFill>
                  <a:schemeClr val="bg1"/>
                </a:solidFill>
              </a:rPr>
              <a:t>Abort</a:t>
            </a:r>
            <a:endParaRPr lang="fr-FR" sz="1100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BACE84-0877-5558-33CB-44B683F54DB4}"/>
              </a:ext>
            </a:extLst>
          </p:cNvPr>
          <p:cNvSpPr txBox="1"/>
          <p:nvPr/>
        </p:nvSpPr>
        <p:spPr>
          <a:xfrm>
            <a:off x="4321517" y="1719529"/>
            <a:ext cx="763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Blinker </a:t>
            </a:r>
            <a:r>
              <a:rPr lang="fr-FR" sz="1100" dirty="0" err="1">
                <a:solidFill>
                  <a:schemeClr val="bg1"/>
                </a:solidFill>
              </a:rPr>
              <a:t>left</a:t>
            </a:r>
            <a:endParaRPr lang="fr-FR" sz="1100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4B5C174-BC44-A8EC-2403-A27FDDD85429}"/>
              </a:ext>
            </a:extLst>
          </p:cNvPr>
          <p:cNvSpPr txBox="1"/>
          <p:nvPr/>
        </p:nvSpPr>
        <p:spPr>
          <a:xfrm>
            <a:off x="7305846" y="1652722"/>
            <a:ext cx="763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Blinker right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8358461-6F22-2705-1C53-1C0438C86F09}"/>
              </a:ext>
            </a:extLst>
          </p:cNvPr>
          <p:cNvSpPr txBox="1"/>
          <p:nvPr/>
        </p:nvSpPr>
        <p:spPr>
          <a:xfrm>
            <a:off x="6782540" y="1794768"/>
            <a:ext cx="523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ACC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5B1C577-9FF8-CB21-42CA-8DD6939F61D7}"/>
              </a:ext>
            </a:extLst>
          </p:cNvPr>
          <p:cNvSpPr txBox="1"/>
          <p:nvPr/>
        </p:nvSpPr>
        <p:spPr>
          <a:xfrm>
            <a:off x="6812611" y="2503064"/>
            <a:ext cx="424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LKS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228653B-107B-601B-F592-429E8486322E}"/>
              </a:ext>
            </a:extLst>
          </p:cNvPr>
          <p:cNvSpPr txBox="1"/>
          <p:nvPr/>
        </p:nvSpPr>
        <p:spPr>
          <a:xfrm>
            <a:off x="6331736" y="2150416"/>
            <a:ext cx="523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AEB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965DD39-9239-151E-AAC3-3D0FA47A571F}"/>
              </a:ext>
            </a:extLst>
          </p:cNvPr>
          <p:cNvSpPr txBox="1"/>
          <p:nvPr/>
        </p:nvSpPr>
        <p:spPr>
          <a:xfrm>
            <a:off x="7095215" y="2225655"/>
            <a:ext cx="6638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HF/ALC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CCB96C4-786D-EA0B-9D84-D6BB4DF84F89}"/>
              </a:ext>
            </a:extLst>
          </p:cNvPr>
          <p:cNvSpPr txBox="1"/>
          <p:nvPr/>
        </p:nvSpPr>
        <p:spPr>
          <a:xfrm>
            <a:off x="4687886" y="2764674"/>
            <a:ext cx="523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>
                <a:solidFill>
                  <a:schemeClr val="bg1"/>
                </a:solidFill>
              </a:rPr>
              <a:t>Gear</a:t>
            </a:r>
            <a:endParaRPr lang="fr-FR" sz="11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B8D3544-71FF-0EF1-BC2D-7DEA3E3AA821}"/>
              </a:ext>
            </a:extLst>
          </p:cNvPr>
          <p:cNvSpPr txBox="1"/>
          <p:nvPr/>
        </p:nvSpPr>
        <p:spPr>
          <a:xfrm>
            <a:off x="5834111" y="3167390"/>
            <a:ext cx="6638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>
                <a:solidFill>
                  <a:schemeClr val="bg1"/>
                </a:solidFill>
              </a:rPr>
              <a:t>Init_Rbs</a:t>
            </a:r>
            <a:endParaRPr lang="fr-FR" sz="11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9A0D670-C0E7-3558-852A-9D2D1E188293}"/>
              </a:ext>
            </a:extLst>
          </p:cNvPr>
          <p:cNvSpPr txBox="1"/>
          <p:nvPr/>
        </p:nvSpPr>
        <p:spPr>
          <a:xfrm>
            <a:off x="5791171" y="3734111"/>
            <a:ext cx="6638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>
                <a:solidFill>
                  <a:schemeClr val="bg1"/>
                </a:solidFill>
              </a:rPr>
              <a:t>StopSim</a:t>
            </a:r>
            <a:endParaRPr lang="fr-FR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5571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Herrera Rafael (XC-DX/EDI2)</dc:creator>
  <cp:lastModifiedBy>Herrera Rafael (XC-DX/EDI2)</cp:lastModifiedBy>
  <cp:revision>1</cp:revision>
  <dcterms:created xsi:type="dcterms:W3CDTF">2023-10-11T04:20:02Z</dcterms:created>
  <dcterms:modified xsi:type="dcterms:W3CDTF">2023-10-11T08:08:20Z</dcterms:modified>
</cp:coreProperties>
</file>